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75" r:id="rId7"/>
    <p:sldId id="266" r:id="rId8"/>
    <p:sldId id="267" r:id="rId9"/>
    <p:sldId id="268" r:id="rId10"/>
    <p:sldId id="276" r:id="rId11"/>
    <p:sldId id="277" r:id="rId12"/>
    <p:sldId id="270" r:id="rId13"/>
    <p:sldId id="271" r:id="rId14"/>
    <p:sldId id="278" r:id="rId15"/>
    <p:sldId id="279" r:id="rId16"/>
    <p:sldId id="280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7996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t="-7917" b="-7917"/>
              </a:stretch>
            </a:blip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rot="5400000">
              <a:off x="2667000" y="-2667000"/>
              <a:ext cx="6858000" cy="12192000"/>
            </a:xfrm>
            <a:prstGeom prst="rect">
              <a:avLst/>
            </a:prstGeom>
            <a:solidFill>
              <a:srgbClr val="000000">
                <a:alpha val="7215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548836" y="383368"/>
              <a:ext cx="1336520" cy="1203977"/>
              <a:chOff x="6936389" y="1324918"/>
              <a:chExt cx="3860684" cy="3477818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7675904" y="2326489"/>
                <a:ext cx="3121169" cy="873463"/>
                <a:chOff x="7675904" y="2326489"/>
                <a:chExt cx="3121169" cy="873463"/>
              </a:xfrm>
              <a:solidFill>
                <a:srgbClr val="11E1CE">
                  <a:alpha val="20000"/>
                </a:srgbClr>
              </a:solidFill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7914650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" name="AutoShape 8"/>
                <p:cNvSpPr/>
                <p:nvPr/>
              </p:nvSpPr>
              <p:spPr>
                <a:xfrm>
                  <a:off x="8101004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96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" name="AutoShape 9"/>
                <p:cNvSpPr/>
                <p:nvPr/>
              </p:nvSpPr>
              <p:spPr>
                <a:xfrm>
                  <a:off x="7728327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" name="AutoShape 10"/>
                <p:cNvSpPr/>
                <p:nvPr/>
              </p:nvSpPr>
              <p:spPr>
                <a:xfrm>
                  <a:off x="8475133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" name="AutoShape 11"/>
                <p:cNvSpPr/>
                <p:nvPr/>
              </p:nvSpPr>
              <p:spPr>
                <a:xfrm>
                  <a:off x="8661471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" name="AutoShape 12"/>
                <p:cNvSpPr/>
                <p:nvPr/>
              </p:nvSpPr>
              <p:spPr>
                <a:xfrm>
                  <a:off x="7675904" y="2326489"/>
                  <a:ext cx="457104" cy="457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8" h="29908">
                      <a:moveTo>
                        <a:pt x="23908" y="0"/>
                      </a:moveTo>
                      <a:lnTo>
                        <a:pt x="0" y="23908"/>
                      </a:lnTo>
                      <a:lnTo>
                        <a:pt x="0" y="29909"/>
                      </a:lnTo>
                      <a:lnTo>
                        <a:pt x="29909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AutoShape 13"/>
                <p:cNvSpPr/>
                <p:nvPr/>
              </p:nvSpPr>
              <p:spPr>
                <a:xfrm>
                  <a:off x="7675904" y="2326489"/>
                  <a:ext cx="84427" cy="84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4" h="5524">
                      <a:moveTo>
                        <a:pt x="0" y="0"/>
                      </a:moveTo>
                      <a:lnTo>
                        <a:pt x="0" y="5524"/>
                      </a:lnTo>
                      <a:lnTo>
                        <a:pt x="5524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>
                  <a:off x="7675904" y="2326489"/>
                  <a:ext cx="831233" cy="831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86" h="54386">
                      <a:moveTo>
                        <a:pt x="48387" y="0"/>
                      </a:moveTo>
                      <a:lnTo>
                        <a:pt x="0" y="48292"/>
                      </a:lnTo>
                      <a:lnTo>
                        <a:pt x="0" y="54388"/>
                      </a:lnTo>
                      <a:lnTo>
                        <a:pt x="54388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AutoShape 15"/>
                <p:cNvSpPr/>
                <p:nvPr/>
              </p:nvSpPr>
              <p:spPr>
                <a:xfrm>
                  <a:off x="7675904" y="2326489"/>
                  <a:ext cx="270765" cy="270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6" h="17716">
                      <a:moveTo>
                        <a:pt x="11716" y="0"/>
                      </a:moveTo>
                      <a:lnTo>
                        <a:pt x="0" y="11716"/>
                      </a:lnTo>
                      <a:lnTo>
                        <a:pt x="0" y="17716"/>
                      </a:lnTo>
                      <a:lnTo>
                        <a:pt x="17717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AutoShape 16"/>
                <p:cNvSpPr/>
                <p:nvPr/>
              </p:nvSpPr>
              <p:spPr>
                <a:xfrm>
                  <a:off x="7675904" y="2326489"/>
                  <a:ext cx="643442" cy="643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0" h="42100">
                      <a:moveTo>
                        <a:pt x="36100" y="0"/>
                      </a:moveTo>
                      <a:lnTo>
                        <a:pt x="0" y="36100"/>
                      </a:lnTo>
                      <a:lnTo>
                        <a:pt x="0" y="42101"/>
                      </a:lnTo>
                      <a:lnTo>
                        <a:pt x="4210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AutoShape 17"/>
                <p:cNvSpPr/>
                <p:nvPr/>
              </p:nvSpPr>
              <p:spPr>
                <a:xfrm>
                  <a:off x="8288795" y="2326489"/>
                  <a:ext cx="963711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55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056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10341421" y="2744283"/>
                  <a:ext cx="455652" cy="455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13" h="29813">
                      <a:moveTo>
                        <a:pt x="6001" y="29813"/>
                      </a:moveTo>
                      <a:lnTo>
                        <a:pt x="29813" y="6001"/>
                      </a:lnTo>
                      <a:lnTo>
                        <a:pt x="29813" y="0"/>
                      </a:lnTo>
                      <a:lnTo>
                        <a:pt x="0" y="29813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AutoShape 19"/>
                <p:cNvSpPr/>
                <p:nvPr/>
              </p:nvSpPr>
              <p:spPr>
                <a:xfrm>
                  <a:off x="10153631" y="2557945"/>
                  <a:ext cx="643442" cy="641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0" h="42005">
                      <a:moveTo>
                        <a:pt x="6001" y="42005"/>
                      </a:moveTo>
                      <a:lnTo>
                        <a:pt x="42101" y="6001"/>
                      </a:lnTo>
                      <a:lnTo>
                        <a:pt x="42101" y="0"/>
                      </a:lnTo>
                      <a:lnTo>
                        <a:pt x="0" y="42005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AutoShape 20"/>
                <p:cNvSpPr/>
                <p:nvPr/>
              </p:nvSpPr>
              <p:spPr>
                <a:xfrm>
                  <a:off x="9967292" y="2371606"/>
                  <a:ext cx="829781" cy="828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2" h="54197">
                      <a:moveTo>
                        <a:pt x="0" y="54197"/>
                      </a:moveTo>
                      <a:lnTo>
                        <a:pt x="6001" y="54197"/>
                      </a:lnTo>
                      <a:lnTo>
                        <a:pt x="54293" y="6001"/>
                      </a:lnTo>
                      <a:lnTo>
                        <a:pt x="54293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AutoShape 21"/>
                <p:cNvSpPr/>
                <p:nvPr/>
              </p:nvSpPr>
              <p:spPr>
                <a:xfrm>
                  <a:off x="10714098" y="3116961"/>
                  <a:ext cx="82975" cy="8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" h="5429">
                      <a:moveTo>
                        <a:pt x="5429" y="5429"/>
                      </a:moveTo>
                      <a:lnTo>
                        <a:pt x="5429" y="0"/>
                      </a:lnTo>
                      <a:lnTo>
                        <a:pt x="0" y="5429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AutoShape 22"/>
                <p:cNvSpPr/>
                <p:nvPr/>
              </p:nvSpPr>
              <p:spPr>
                <a:xfrm>
                  <a:off x="10527760" y="2930622"/>
                  <a:ext cx="269313" cy="269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21" h="17621">
                      <a:moveTo>
                        <a:pt x="6001" y="17621"/>
                      </a:moveTo>
                      <a:lnTo>
                        <a:pt x="17621" y="6001"/>
                      </a:lnTo>
                      <a:lnTo>
                        <a:pt x="17621" y="0"/>
                      </a:lnTo>
                      <a:lnTo>
                        <a:pt x="0" y="17621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" name="AutoShape 23"/>
                <p:cNvSpPr/>
                <p:nvPr/>
              </p:nvSpPr>
              <p:spPr>
                <a:xfrm>
                  <a:off x="9594615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>
                  <a:off x="9034148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AutoShape 25"/>
                <p:cNvSpPr/>
                <p:nvPr/>
              </p:nvSpPr>
              <p:spPr>
                <a:xfrm>
                  <a:off x="9220487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96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>
                  <a:off x="9780954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AutoShape 27"/>
                <p:cNvSpPr/>
                <p:nvPr/>
              </p:nvSpPr>
              <p:spPr>
                <a:xfrm>
                  <a:off x="8847810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AutoShape 28"/>
                <p:cNvSpPr/>
                <p:nvPr/>
              </p:nvSpPr>
              <p:spPr>
                <a:xfrm>
                  <a:off x="9408277" y="2326489"/>
                  <a:ext cx="963711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55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056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AutoShape 29"/>
                <p:cNvSpPr/>
                <p:nvPr/>
              </p:nvSpPr>
              <p:spPr>
                <a:xfrm>
                  <a:off x="8456212" y="2326489"/>
                  <a:ext cx="1560584" cy="145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07" h="9525">
                      <a:moveTo>
                        <a:pt x="0" y="0"/>
                      </a:moveTo>
                      <a:lnTo>
                        <a:pt x="102108" y="0"/>
                      </a:lnTo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8594498" y="3245435"/>
                <a:ext cx="580305" cy="580123"/>
                <a:chOff x="6075901" y="3440358"/>
                <a:chExt cx="37969" cy="37957"/>
              </a:xfrm>
              <a:solidFill>
                <a:srgbClr val="ED3F3C">
                  <a:alpha val="94901"/>
                </a:srgbClr>
              </a:solidFill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6075901" y="3440358"/>
                  <a:ext cx="10620" cy="10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0" h="10453">
                      <a:moveTo>
                        <a:pt x="5239" y="10454"/>
                      </a:moveTo>
                      <a:lnTo>
                        <a:pt x="5239" y="10454"/>
                      </a:lnTo>
                      <a:cubicBezTo>
                        <a:pt x="3810" y="10454"/>
                        <a:pt x="2476" y="9882"/>
                        <a:pt x="1524" y="8930"/>
                      </a:cubicBezTo>
                      <a:cubicBezTo>
                        <a:pt x="476" y="7882"/>
                        <a:pt x="0" y="6548"/>
                        <a:pt x="0" y="5215"/>
                      </a:cubicBezTo>
                      <a:cubicBezTo>
                        <a:pt x="0" y="3786"/>
                        <a:pt x="571" y="2453"/>
                        <a:pt x="1524" y="1500"/>
                      </a:cubicBezTo>
                      <a:cubicBezTo>
                        <a:pt x="3524" y="-500"/>
                        <a:pt x="7048" y="-500"/>
                        <a:pt x="9049" y="1500"/>
                      </a:cubicBezTo>
                      <a:cubicBezTo>
                        <a:pt x="11144" y="3596"/>
                        <a:pt x="11144" y="6929"/>
                        <a:pt x="9049" y="9025"/>
                      </a:cubicBezTo>
                      <a:cubicBezTo>
                        <a:pt x="8001" y="9977"/>
                        <a:pt x="6667" y="10454"/>
                        <a:pt x="5239" y="10454"/>
                      </a:cubicBezTo>
                      <a:close/>
                      <a:moveTo>
                        <a:pt x="5239" y="2548"/>
                      </a:moveTo>
                      <a:cubicBezTo>
                        <a:pt x="4572" y="2548"/>
                        <a:pt x="3905" y="2834"/>
                        <a:pt x="3429" y="3310"/>
                      </a:cubicBezTo>
                      <a:cubicBezTo>
                        <a:pt x="2953" y="3786"/>
                        <a:pt x="2667" y="4453"/>
                        <a:pt x="2667" y="5120"/>
                      </a:cubicBezTo>
                      <a:cubicBezTo>
                        <a:pt x="2667" y="5786"/>
                        <a:pt x="2953" y="6453"/>
                        <a:pt x="3429" y="6929"/>
                      </a:cubicBezTo>
                      <a:cubicBezTo>
                        <a:pt x="3905" y="7406"/>
                        <a:pt x="4572" y="7691"/>
                        <a:pt x="5239" y="7691"/>
                      </a:cubicBezTo>
                      <a:lnTo>
                        <a:pt x="5239" y="7691"/>
                      </a:lnTo>
                      <a:cubicBezTo>
                        <a:pt x="5905" y="7691"/>
                        <a:pt x="6572" y="7406"/>
                        <a:pt x="7048" y="6929"/>
                      </a:cubicBezTo>
                      <a:cubicBezTo>
                        <a:pt x="8096" y="5882"/>
                        <a:pt x="8096" y="4262"/>
                        <a:pt x="7048" y="3310"/>
                      </a:cubicBezTo>
                      <a:cubicBezTo>
                        <a:pt x="6572" y="2834"/>
                        <a:pt x="5905" y="2548"/>
                        <a:pt x="5239" y="2548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AutoShape 32"/>
                <p:cNvSpPr/>
                <p:nvPr/>
              </p:nvSpPr>
              <p:spPr>
                <a:xfrm>
                  <a:off x="6079568" y="3444001"/>
                  <a:ext cx="3119" cy="3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9" h="3084">
                      <a:moveTo>
                        <a:pt x="2619" y="429"/>
                      </a:moveTo>
                      <a:cubicBezTo>
                        <a:pt x="2048" y="-143"/>
                        <a:pt x="1095" y="-143"/>
                        <a:pt x="429" y="429"/>
                      </a:cubicBezTo>
                      <a:cubicBezTo>
                        <a:pt x="-143" y="1000"/>
                        <a:pt x="-143" y="1953"/>
                        <a:pt x="429" y="2619"/>
                      </a:cubicBezTo>
                      <a:cubicBezTo>
                        <a:pt x="1000" y="3286"/>
                        <a:pt x="1953" y="3191"/>
                        <a:pt x="2619" y="2619"/>
                      </a:cubicBezTo>
                      <a:cubicBezTo>
                        <a:pt x="3286" y="2048"/>
                        <a:pt x="3286" y="1095"/>
                        <a:pt x="2619" y="429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AutoShape 33"/>
                <p:cNvSpPr/>
                <p:nvPr/>
              </p:nvSpPr>
              <p:spPr>
                <a:xfrm>
                  <a:off x="6107453" y="3471886"/>
                  <a:ext cx="6417" cy="6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7" h="6429">
                      <a:moveTo>
                        <a:pt x="5501" y="929"/>
                      </a:moveTo>
                      <a:cubicBezTo>
                        <a:pt x="4262" y="-310"/>
                        <a:pt x="2262" y="-310"/>
                        <a:pt x="929" y="929"/>
                      </a:cubicBezTo>
                      <a:cubicBezTo>
                        <a:pt x="-310" y="2167"/>
                        <a:pt x="-310" y="4167"/>
                        <a:pt x="929" y="5501"/>
                      </a:cubicBezTo>
                      <a:cubicBezTo>
                        <a:pt x="2167" y="6739"/>
                        <a:pt x="4167" y="6739"/>
                        <a:pt x="5405" y="5501"/>
                      </a:cubicBezTo>
                      <a:cubicBezTo>
                        <a:pt x="6739" y="4167"/>
                        <a:pt x="6739" y="2167"/>
                        <a:pt x="5501" y="929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AutoShape 34"/>
                <p:cNvSpPr/>
                <p:nvPr/>
              </p:nvSpPr>
              <p:spPr>
                <a:xfrm rot="-2700000">
                  <a:off x="6094900" y="3442896"/>
                  <a:ext cx="2762" cy="35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" h="35432">
                      <a:moveTo>
                        <a:pt x="0" y="0"/>
                      </a:moveTo>
                      <a:lnTo>
                        <a:pt x="2762" y="0"/>
                      </a:lnTo>
                      <a:lnTo>
                        <a:pt x="2762" y="35433"/>
                      </a:lnTo>
                      <a:lnTo>
                        <a:pt x="0" y="35433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7138729" y="2075370"/>
                <a:ext cx="302800" cy="155756"/>
                <a:chOff x="5980651" y="3334797"/>
                <a:chExt cx="19812" cy="10191"/>
              </a:xfrm>
              <a:solidFill>
                <a:srgbClr val="FFFFFF">
                  <a:alpha val="20000"/>
                </a:srgbClr>
              </a:solidFill>
            </p:grpSpPr>
            <p:sp>
              <p:nvSpPr>
                <p:cNvPr id="36" name="AutoShape 36"/>
                <p:cNvSpPr/>
                <p:nvPr/>
              </p:nvSpPr>
              <p:spPr>
                <a:xfrm>
                  <a:off x="5980651" y="3334797"/>
                  <a:ext cx="19812" cy="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" h="2762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2762"/>
                      </a:lnTo>
                      <a:lnTo>
                        <a:pt x="0" y="2762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AutoShape 37"/>
                <p:cNvSpPr/>
                <p:nvPr/>
              </p:nvSpPr>
              <p:spPr>
                <a:xfrm>
                  <a:off x="5980651" y="3342227"/>
                  <a:ext cx="19812" cy="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" h="2762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2762"/>
                      </a:lnTo>
                      <a:lnTo>
                        <a:pt x="0" y="2762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AutoShape 38"/>
              <p:cNvSpPr/>
              <p:nvPr/>
            </p:nvSpPr>
            <p:spPr>
              <a:xfrm>
                <a:off x="6974231" y="1552018"/>
                <a:ext cx="42213" cy="3023633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197834">
                    <a:moveTo>
                      <a:pt x="0" y="0"/>
                    </a:moveTo>
                    <a:lnTo>
                      <a:pt x="2762" y="0"/>
                    </a:lnTo>
                    <a:lnTo>
                      <a:pt x="2762" y="197834"/>
                    </a:lnTo>
                    <a:lnTo>
                      <a:pt x="0" y="197834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6936389" y="1324918"/>
                <a:ext cx="116507" cy="116462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620">
                    <a:moveTo>
                      <a:pt x="0" y="3810"/>
                    </a:moveTo>
                    <a:cubicBezTo>
                      <a:pt x="0" y="5906"/>
                      <a:pt x="1715" y="7620"/>
                      <a:pt x="3810" y="7620"/>
                    </a:cubicBezTo>
                    <a:cubicBezTo>
                      <a:pt x="5906" y="7620"/>
                      <a:pt x="7620" y="5906"/>
                      <a:pt x="7620" y="3810"/>
                    </a:cubicBezTo>
                    <a:cubicBezTo>
                      <a:pt x="7715" y="1715"/>
                      <a:pt x="6001" y="0"/>
                      <a:pt x="3810" y="0"/>
                    </a:cubicBezTo>
                    <a:cubicBezTo>
                      <a:pt x="1715" y="0"/>
                      <a:pt x="0" y="1715"/>
                      <a:pt x="0" y="3810"/>
                    </a:cubicBezTo>
                    <a:close/>
                  </a:path>
                </a:pathLst>
              </a:custGeom>
              <a:ln w="3175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6936389" y="4686290"/>
                <a:ext cx="116462" cy="116446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619">
                    <a:moveTo>
                      <a:pt x="0" y="3810"/>
                    </a:moveTo>
                    <a:cubicBezTo>
                      <a:pt x="0" y="5905"/>
                      <a:pt x="1715" y="7620"/>
                      <a:pt x="3810" y="7620"/>
                    </a:cubicBezTo>
                    <a:cubicBezTo>
                      <a:pt x="5906" y="7620"/>
                      <a:pt x="7620" y="5905"/>
                      <a:pt x="7620" y="3810"/>
                    </a:cubicBezTo>
                    <a:cubicBezTo>
                      <a:pt x="7620" y="1715"/>
                      <a:pt x="5906" y="0"/>
                      <a:pt x="3810" y="0"/>
                    </a:cubicBezTo>
                    <a:cubicBezTo>
                      <a:pt x="1715" y="0"/>
                      <a:pt x="0" y="1715"/>
                      <a:pt x="0" y="3810"/>
                    </a:cubicBezTo>
                    <a:close/>
                  </a:path>
                </a:pathLst>
              </a:custGeom>
              <a:ln w="3175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AutoShape 41"/>
              <p:cNvSpPr/>
              <p:nvPr/>
            </p:nvSpPr>
            <p:spPr>
              <a:xfrm>
                <a:off x="6948035" y="1710694"/>
                <a:ext cx="93154" cy="885109"/>
              </a:xfrm>
              <a:custGeom>
                <a:avLst/>
                <a:gdLst/>
                <a:ahLst/>
                <a:cxnLst/>
                <a:rect l="l" t="t" r="r" b="b"/>
                <a:pathLst>
                  <a:path w="6095" h="57911">
                    <a:moveTo>
                      <a:pt x="0" y="0"/>
                    </a:moveTo>
                    <a:lnTo>
                      <a:pt x="6096" y="0"/>
                    </a:lnTo>
                    <a:lnTo>
                      <a:pt x="6096" y="57912"/>
                    </a:lnTo>
                    <a:lnTo>
                      <a:pt x="0" y="57912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7166393" y="2467694"/>
                <a:ext cx="441087" cy="592487"/>
                <a:chOff x="5982461" y="3389471"/>
                <a:chExt cx="28860" cy="38766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43" name="AutoShape 43"/>
                <p:cNvSpPr/>
                <p:nvPr/>
              </p:nvSpPr>
              <p:spPr>
                <a:xfrm>
                  <a:off x="6000559" y="3391947"/>
                  <a:ext cx="10763" cy="3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3" h="33813">
                      <a:moveTo>
                        <a:pt x="0" y="0"/>
                      </a:moveTo>
                      <a:lnTo>
                        <a:pt x="10763" y="0"/>
                      </a:lnTo>
                      <a:lnTo>
                        <a:pt x="10763" y="33814"/>
                      </a:lnTo>
                      <a:lnTo>
                        <a:pt x="0" y="33814"/>
                      </a:lnTo>
                      <a:lnTo>
                        <a:pt x="0" y="32480"/>
                      </a:lnTo>
                      <a:lnTo>
                        <a:pt x="9430" y="32480"/>
                      </a:lnTo>
                      <a:lnTo>
                        <a:pt x="9430" y="1238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AutoShape 44"/>
                <p:cNvSpPr/>
                <p:nvPr/>
              </p:nvSpPr>
              <p:spPr>
                <a:xfrm>
                  <a:off x="6000559" y="3426904"/>
                  <a:ext cx="10096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6" h="1333">
                      <a:moveTo>
                        <a:pt x="0" y="0"/>
                      </a:moveTo>
                      <a:lnTo>
                        <a:pt x="10097" y="0"/>
                      </a:lnTo>
                      <a:lnTo>
                        <a:pt x="10097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AutoShape 45"/>
                <p:cNvSpPr/>
                <p:nvPr/>
              </p:nvSpPr>
              <p:spPr>
                <a:xfrm>
                  <a:off x="5982461" y="3426904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AutoShape 46"/>
                <p:cNvSpPr/>
                <p:nvPr/>
              </p:nvSpPr>
              <p:spPr>
                <a:xfrm>
                  <a:off x="5982461" y="3423666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3"/>
                      </a:lnTo>
                      <a:lnTo>
                        <a:pt x="0" y="1333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AutoShape 47"/>
                <p:cNvSpPr/>
                <p:nvPr/>
              </p:nvSpPr>
              <p:spPr>
                <a:xfrm>
                  <a:off x="5982461" y="3417284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AutoShape 48"/>
                <p:cNvSpPr/>
                <p:nvPr/>
              </p:nvSpPr>
              <p:spPr>
                <a:xfrm>
                  <a:off x="6000559" y="3389471"/>
                  <a:ext cx="10096" cy="1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6" h="1238">
                      <a:moveTo>
                        <a:pt x="0" y="0"/>
                      </a:moveTo>
                      <a:lnTo>
                        <a:pt x="10097" y="0"/>
                      </a:lnTo>
                      <a:lnTo>
                        <a:pt x="10097" y="1238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7795285" y="3287297"/>
                <a:ext cx="215439" cy="186323"/>
                <a:chOff x="6023609" y="3443097"/>
                <a:chExt cx="14096" cy="12191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50" name="AutoShape 50"/>
                <p:cNvSpPr/>
                <p:nvPr/>
              </p:nvSpPr>
              <p:spPr>
                <a:xfrm>
                  <a:off x="6035039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AutoShape 51"/>
                <p:cNvSpPr/>
                <p:nvPr/>
              </p:nvSpPr>
              <p:spPr>
                <a:xfrm>
                  <a:off x="6029324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AutoShape 52"/>
                <p:cNvSpPr/>
                <p:nvPr/>
              </p:nvSpPr>
              <p:spPr>
                <a:xfrm>
                  <a:off x="6023609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Group 53"/>
              <p:cNvGrpSpPr/>
              <p:nvPr/>
            </p:nvGrpSpPr>
            <p:grpSpPr>
              <a:xfrm>
                <a:off x="10150712" y="1980007"/>
                <a:ext cx="362483" cy="126641"/>
                <a:chOff x="6177723" y="3357562"/>
                <a:chExt cx="23717" cy="8286"/>
              </a:xfrm>
            </p:grpSpPr>
            <p:sp>
              <p:nvSpPr>
                <p:cNvPr id="54" name="AutoShape 54"/>
                <p:cNvSpPr/>
                <p:nvPr/>
              </p:nvSpPr>
              <p:spPr>
                <a:xfrm>
                  <a:off x="6177723" y="3357562"/>
                  <a:ext cx="8191" cy="8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0" h="8286">
                      <a:moveTo>
                        <a:pt x="0" y="4191"/>
                      </a:moveTo>
                      <a:cubicBezTo>
                        <a:pt x="0" y="6477"/>
                        <a:pt x="1810" y="8287"/>
                        <a:pt x="4096" y="8287"/>
                      </a:cubicBezTo>
                      <a:cubicBezTo>
                        <a:pt x="6382" y="8287"/>
                        <a:pt x="8192" y="6477"/>
                        <a:pt x="8192" y="4191"/>
                      </a:cubicBezTo>
                      <a:cubicBezTo>
                        <a:pt x="8192" y="1905"/>
                        <a:pt x="6286" y="0"/>
                        <a:pt x="4096" y="0"/>
                      </a:cubicBezTo>
                      <a:cubicBezTo>
                        <a:pt x="1810" y="0"/>
                        <a:pt x="0" y="1905"/>
                        <a:pt x="0" y="4191"/>
                      </a:cubicBezTo>
                      <a:close/>
                    </a:path>
                  </a:pathLst>
                </a:cu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AutoShape 55"/>
                <p:cNvSpPr/>
                <p:nvPr/>
              </p:nvSpPr>
              <p:spPr>
                <a:xfrm>
                  <a:off x="6193154" y="3357562"/>
                  <a:ext cx="8286" cy="8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6" h="8286">
                      <a:moveTo>
                        <a:pt x="0" y="4191"/>
                      </a:moveTo>
                      <a:cubicBezTo>
                        <a:pt x="0" y="6477"/>
                        <a:pt x="1810" y="8287"/>
                        <a:pt x="4191" y="8287"/>
                      </a:cubicBezTo>
                      <a:cubicBezTo>
                        <a:pt x="6477" y="8287"/>
                        <a:pt x="8287" y="6477"/>
                        <a:pt x="8287" y="4191"/>
                      </a:cubicBezTo>
                      <a:cubicBezTo>
                        <a:pt x="8287" y="1905"/>
                        <a:pt x="6477" y="0"/>
                        <a:pt x="4191" y="0"/>
                      </a:cubicBezTo>
                      <a:cubicBezTo>
                        <a:pt x="1810" y="0"/>
                        <a:pt x="0" y="1905"/>
                        <a:pt x="0" y="4191"/>
                      </a:cubicBezTo>
                      <a:close/>
                    </a:path>
                  </a:pathLst>
                </a:cu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6" name="Group 56"/>
            <p:cNvGrpSpPr/>
            <p:nvPr/>
          </p:nvGrpSpPr>
          <p:grpSpPr>
            <a:xfrm>
              <a:off x="10562751" y="533065"/>
              <a:ext cx="1159859" cy="1097479"/>
              <a:chOff x="10562751" y="533065"/>
              <a:chExt cx="1159859" cy="1097479"/>
            </a:xfrm>
          </p:grpSpPr>
          <p:sp>
            <p:nvSpPr>
              <p:cNvPr id="57" name="AutoShape 57"/>
              <p:cNvSpPr/>
              <p:nvPr/>
            </p:nvSpPr>
            <p:spPr>
              <a:xfrm>
                <a:off x="10562751" y="574127"/>
                <a:ext cx="1159859" cy="1056417"/>
              </a:xfrm>
              <a:custGeom>
                <a:avLst/>
                <a:gdLst/>
                <a:ahLst/>
                <a:cxnLst/>
                <a:rect l="l" t="t" r="r" b="b"/>
                <a:pathLst>
                  <a:path w="1159859" h="1056417">
                    <a:moveTo>
                      <a:pt x="0" y="0"/>
                    </a:moveTo>
                    <a:lnTo>
                      <a:pt x="194310" y="0"/>
                    </a:lnTo>
                    <a:lnTo>
                      <a:pt x="195167" y="43625"/>
                    </a:lnTo>
                    <a:lnTo>
                      <a:pt x="506540" y="43625"/>
                    </a:lnTo>
                    <a:lnTo>
                      <a:pt x="538067" y="0"/>
                    </a:lnTo>
                    <a:lnTo>
                      <a:pt x="964978" y="0"/>
                    </a:lnTo>
                    <a:lnTo>
                      <a:pt x="1159859" y="156401"/>
                    </a:lnTo>
                    <a:lnTo>
                      <a:pt x="1159859" y="223742"/>
                    </a:lnTo>
                    <a:lnTo>
                      <a:pt x="1116521" y="223742"/>
                    </a:lnTo>
                    <a:lnTo>
                      <a:pt x="1116521" y="1056418"/>
                    </a:lnTo>
                    <a:lnTo>
                      <a:pt x="1017842" y="1056418"/>
                    </a:lnTo>
                    <a:lnTo>
                      <a:pt x="1017842" y="664178"/>
                    </a:lnTo>
                    <a:lnTo>
                      <a:pt x="952881" y="601599"/>
                    </a:lnTo>
                    <a:lnTo>
                      <a:pt x="952881" y="137160"/>
                    </a:lnTo>
                    <a:lnTo>
                      <a:pt x="806101" y="137160"/>
                    </a:lnTo>
                    <a:lnTo>
                      <a:pt x="750761" y="89059"/>
                    </a:lnTo>
                    <a:lnTo>
                      <a:pt x="596741" y="89059"/>
                    </a:lnTo>
                    <a:lnTo>
                      <a:pt x="531781" y="134779"/>
                    </a:lnTo>
                    <a:lnTo>
                      <a:pt x="142018" y="134779"/>
                    </a:lnTo>
                    <a:close/>
                  </a:path>
                </a:pathLst>
              </a:custGeom>
              <a:ln w="3175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11418649" y="836718"/>
                <a:ext cx="199417" cy="297278"/>
              </a:xfrm>
              <a:prstGeom prst="rect">
                <a:avLst/>
              </a:prstGeom>
              <a:solidFill>
                <a:srgbClr val="11E1CE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AutoShape 59"/>
              <p:cNvSpPr/>
              <p:nvPr/>
            </p:nvSpPr>
            <p:spPr>
              <a:xfrm>
                <a:off x="11391865" y="855234"/>
                <a:ext cx="90656" cy="135144"/>
              </a:xfrm>
              <a:prstGeom prst="rect">
                <a:avLst/>
              </a:prstGeom>
              <a:solidFill>
                <a:srgbClr val="ED3F3C">
                  <a:alpha val="9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AutoShape 60"/>
              <p:cNvSpPr/>
              <p:nvPr/>
            </p:nvSpPr>
            <p:spPr>
              <a:xfrm>
                <a:off x="10789895" y="533065"/>
                <a:ext cx="270335" cy="50431"/>
              </a:xfrm>
              <a:prstGeom prst="rect">
                <a:avLst/>
              </a:prstGeom>
              <a:solidFill>
                <a:srgbClr val="ED3F3C">
                  <a:alpha val="9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14351" y="4185996"/>
              <a:ext cx="11104006" cy="2212755"/>
              <a:chOff x="414351" y="4185996"/>
              <a:chExt cx="11104006" cy="2212755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11356153" y="6130614"/>
                <a:ext cx="162204" cy="139273"/>
                <a:chOff x="6030562" y="3470433"/>
                <a:chExt cx="27622" cy="23717"/>
              </a:xfrm>
              <a:solidFill>
                <a:srgbClr val="ED3F3C">
                  <a:alpha val="94901"/>
                </a:srgbClr>
              </a:solidFill>
            </p:grpSpPr>
            <p:sp>
              <p:nvSpPr>
                <p:cNvPr id="63" name="AutoShape 63"/>
                <p:cNvSpPr/>
                <p:nvPr/>
              </p:nvSpPr>
              <p:spPr>
                <a:xfrm>
                  <a:off x="6054089" y="3475482"/>
                  <a:ext cx="409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13716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AutoShape 64"/>
                <p:cNvSpPr/>
                <p:nvPr/>
              </p:nvSpPr>
              <p:spPr>
                <a:xfrm>
                  <a:off x="6046279" y="3470433"/>
                  <a:ext cx="4095" cy="2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23717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23717"/>
                      </a:lnTo>
                      <a:lnTo>
                        <a:pt x="0" y="23717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AutoShape 65"/>
                <p:cNvSpPr/>
                <p:nvPr/>
              </p:nvSpPr>
              <p:spPr>
                <a:xfrm>
                  <a:off x="6038373" y="3470433"/>
                  <a:ext cx="4095" cy="2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23717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23717"/>
                      </a:lnTo>
                      <a:lnTo>
                        <a:pt x="0" y="23717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AutoShape 66"/>
                <p:cNvSpPr/>
                <p:nvPr/>
              </p:nvSpPr>
              <p:spPr>
                <a:xfrm>
                  <a:off x="6030562" y="3475482"/>
                  <a:ext cx="409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13716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67"/>
              <p:cNvGrpSpPr/>
              <p:nvPr/>
            </p:nvGrpSpPr>
            <p:grpSpPr>
              <a:xfrm>
                <a:off x="414351" y="4185996"/>
                <a:ext cx="2995881" cy="2212755"/>
                <a:chOff x="414351" y="4185996"/>
                <a:chExt cx="2995881" cy="2212755"/>
              </a:xfrm>
            </p:grpSpPr>
            <p:grpSp>
              <p:nvGrpSpPr>
                <p:cNvPr id="68" name="Group 68"/>
                <p:cNvGrpSpPr/>
                <p:nvPr/>
              </p:nvGrpSpPr>
              <p:grpSpPr>
                <a:xfrm rot="5400000" flipV="1">
                  <a:off x="383161" y="5270082"/>
                  <a:ext cx="1159859" cy="1097479"/>
                  <a:chOff x="10562751" y="533065"/>
                  <a:chExt cx="1159859" cy="1097479"/>
                </a:xfrm>
              </p:grpSpPr>
              <p:sp>
                <p:nvSpPr>
                  <p:cNvPr id="69" name="AutoShape 69"/>
                  <p:cNvSpPr/>
                  <p:nvPr/>
                </p:nvSpPr>
                <p:spPr>
                  <a:xfrm>
                    <a:off x="10562751" y="574127"/>
                    <a:ext cx="1159859" cy="1056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9859" h="1056417">
                        <a:moveTo>
                          <a:pt x="0" y="0"/>
                        </a:moveTo>
                        <a:lnTo>
                          <a:pt x="194310" y="0"/>
                        </a:lnTo>
                        <a:lnTo>
                          <a:pt x="195167" y="43625"/>
                        </a:lnTo>
                        <a:lnTo>
                          <a:pt x="506540" y="43625"/>
                        </a:lnTo>
                        <a:lnTo>
                          <a:pt x="538067" y="0"/>
                        </a:lnTo>
                        <a:lnTo>
                          <a:pt x="964978" y="0"/>
                        </a:lnTo>
                        <a:lnTo>
                          <a:pt x="1159859" y="156401"/>
                        </a:lnTo>
                        <a:lnTo>
                          <a:pt x="1159859" y="223742"/>
                        </a:lnTo>
                        <a:lnTo>
                          <a:pt x="1116521" y="223742"/>
                        </a:lnTo>
                        <a:lnTo>
                          <a:pt x="1116521" y="1056418"/>
                        </a:lnTo>
                        <a:lnTo>
                          <a:pt x="1017842" y="1056418"/>
                        </a:lnTo>
                        <a:lnTo>
                          <a:pt x="1017842" y="664178"/>
                        </a:lnTo>
                        <a:lnTo>
                          <a:pt x="952881" y="601599"/>
                        </a:lnTo>
                        <a:lnTo>
                          <a:pt x="952881" y="137160"/>
                        </a:lnTo>
                        <a:lnTo>
                          <a:pt x="806101" y="137160"/>
                        </a:lnTo>
                        <a:lnTo>
                          <a:pt x="750761" y="89059"/>
                        </a:lnTo>
                        <a:lnTo>
                          <a:pt x="596741" y="89059"/>
                        </a:lnTo>
                        <a:lnTo>
                          <a:pt x="531781" y="134779"/>
                        </a:lnTo>
                        <a:lnTo>
                          <a:pt x="142018" y="134779"/>
                        </a:lnTo>
                        <a:close/>
                      </a:path>
                    </a:pathLst>
                  </a:custGeom>
                  <a:ln w="3175">
                    <a:solidFill>
                      <a:srgbClr val="000000">
                        <a:alpha val="50196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AutoShape 70"/>
                  <p:cNvSpPr/>
                  <p:nvPr/>
                </p:nvSpPr>
                <p:spPr>
                  <a:xfrm>
                    <a:off x="11418649" y="836718"/>
                    <a:ext cx="199417" cy="297278"/>
                  </a:xfrm>
                  <a:prstGeom prst="rect">
                    <a:avLst/>
                  </a:prstGeom>
                  <a:solidFill>
                    <a:srgbClr val="11E1CE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AutoShape 71"/>
                  <p:cNvSpPr/>
                  <p:nvPr/>
                </p:nvSpPr>
                <p:spPr>
                  <a:xfrm>
                    <a:off x="11391865" y="855234"/>
                    <a:ext cx="90656" cy="135144"/>
                  </a:xfrm>
                  <a:prstGeom prst="rect">
                    <a:avLst/>
                  </a:prstGeom>
                  <a:solidFill>
                    <a:srgbClr val="ED3F3C">
                      <a:alpha val="9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AutoShape 72"/>
                  <p:cNvSpPr/>
                  <p:nvPr/>
                </p:nvSpPr>
                <p:spPr>
                  <a:xfrm>
                    <a:off x="10789895" y="533065"/>
                    <a:ext cx="270335" cy="50431"/>
                  </a:xfrm>
                  <a:prstGeom prst="rect">
                    <a:avLst/>
                  </a:prstGeom>
                  <a:solidFill>
                    <a:srgbClr val="ED3F3C">
                      <a:alpha val="9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3" name="AutoShape 73"/>
                <p:cNvSpPr/>
                <p:nvPr/>
              </p:nvSpPr>
              <p:spPr>
                <a:xfrm>
                  <a:off x="1506625" y="6355770"/>
                  <a:ext cx="1903607" cy="0"/>
                </a:xfrm>
                <a:prstGeom prst="line">
                  <a:avLst/>
                </a:pr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74" name="Group 74"/>
                <p:cNvGrpSpPr/>
                <p:nvPr/>
              </p:nvGrpSpPr>
              <p:grpSpPr>
                <a:xfrm rot="5400000" flipH="1" flipV="1">
                  <a:off x="-63579" y="4932940"/>
                  <a:ext cx="1600200" cy="106311"/>
                  <a:chOff x="9969910" y="13362039"/>
                  <a:chExt cx="1600200" cy="106311"/>
                </a:xfrm>
              </p:grpSpPr>
              <p:grpSp>
                <p:nvGrpSpPr>
                  <p:cNvPr id="75" name="Group 75"/>
                  <p:cNvGrpSpPr/>
                  <p:nvPr/>
                </p:nvGrpSpPr>
                <p:grpSpPr>
                  <a:xfrm>
                    <a:off x="9969910" y="13362039"/>
                    <a:ext cx="1485900" cy="106311"/>
                    <a:chOff x="9969910" y="13362039"/>
                    <a:chExt cx="1485900" cy="195211"/>
                  </a:xfrm>
                </p:grpSpPr>
                <p:sp>
                  <p:nvSpPr>
                    <p:cNvPr id="76" name="AutoShape 76"/>
                    <p:cNvSpPr/>
                    <p:nvPr/>
                  </p:nvSpPr>
                  <p:spPr>
                    <a:xfrm flipH="1">
                      <a:off x="9969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7" name="AutoShape 77"/>
                    <p:cNvSpPr/>
                    <p:nvPr/>
                  </p:nvSpPr>
                  <p:spPr>
                    <a:xfrm flipH="1">
                      <a:off x="10236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" name="AutoShape 78"/>
                    <p:cNvSpPr/>
                    <p:nvPr/>
                  </p:nvSpPr>
                  <p:spPr>
                    <a:xfrm flipH="1">
                      <a:off x="10655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" name="AutoShape 79"/>
                    <p:cNvSpPr/>
                    <p:nvPr/>
                  </p:nvSpPr>
                  <p:spPr>
                    <a:xfrm flipH="1">
                      <a:off x="11074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0" name="AutoShape 80"/>
                    <p:cNvSpPr/>
                    <p:nvPr/>
                  </p:nvSpPr>
                  <p:spPr>
                    <a:xfrm flipH="1">
                      <a:off x="11455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1" name="Group 81"/>
                  <p:cNvGrpSpPr/>
                  <p:nvPr/>
                </p:nvGrpSpPr>
                <p:grpSpPr>
                  <a:xfrm>
                    <a:off x="10008010" y="13362039"/>
                    <a:ext cx="1562100" cy="63449"/>
                    <a:chOff x="10008010" y="13362039"/>
                    <a:chExt cx="1562100" cy="195211"/>
                  </a:xfrm>
                </p:grpSpPr>
                <p:sp>
                  <p:nvSpPr>
                    <p:cNvPr id="82" name="AutoShape 82"/>
                    <p:cNvSpPr/>
                    <p:nvPr/>
                  </p:nvSpPr>
                  <p:spPr>
                    <a:xfrm flipH="1">
                      <a:off x="10008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" name="AutoShape 83"/>
                    <p:cNvSpPr/>
                    <p:nvPr/>
                  </p:nvSpPr>
                  <p:spPr>
                    <a:xfrm flipH="1">
                      <a:off x="10046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" name="AutoShape 84"/>
                    <p:cNvSpPr/>
                    <p:nvPr/>
                  </p:nvSpPr>
                  <p:spPr>
                    <a:xfrm flipH="1">
                      <a:off x="10084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" name="AutoShape 85"/>
                    <p:cNvSpPr/>
                    <p:nvPr/>
                  </p:nvSpPr>
                  <p:spPr>
                    <a:xfrm flipH="1">
                      <a:off x="10122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" name="AutoShape 86"/>
                    <p:cNvSpPr/>
                    <p:nvPr/>
                  </p:nvSpPr>
                  <p:spPr>
                    <a:xfrm flipH="1">
                      <a:off x="10160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" name="AutoShape 87"/>
                    <p:cNvSpPr/>
                    <p:nvPr/>
                  </p:nvSpPr>
                  <p:spPr>
                    <a:xfrm flipH="1">
                      <a:off x="10198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" name="AutoShape 88"/>
                    <p:cNvSpPr/>
                    <p:nvPr/>
                  </p:nvSpPr>
                  <p:spPr>
                    <a:xfrm flipH="1">
                      <a:off x="10274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" name="AutoShape 89"/>
                    <p:cNvSpPr/>
                    <p:nvPr/>
                  </p:nvSpPr>
                  <p:spPr>
                    <a:xfrm flipH="1">
                      <a:off x="10312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 flipH="1">
                      <a:off x="10350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 flipH="1">
                      <a:off x="10389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 flipH="1">
                      <a:off x="10427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3" name="AutoShape 93"/>
                    <p:cNvSpPr/>
                    <p:nvPr/>
                  </p:nvSpPr>
                  <p:spPr>
                    <a:xfrm flipH="1">
                      <a:off x="10465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4" name="AutoShape 94"/>
                    <p:cNvSpPr/>
                    <p:nvPr/>
                  </p:nvSpPr>
                  <p:spPr>
                    <a:xfrm flipH="1">
                      <a:off x="10503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5" name="AutoShape 95"/>
                    <p:cNvSpPr/>
                    <p:nvPr/>
                  </p:nvSpPr>
                  <p:spPr>
                    <a:xfrm flipH="1">
                      <a:off x="10541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" name="AutoShape 96"/>
                    <p:cNvSpPr/>
                    <p:nvPr/>
                  </p:nvSpPr>
                  <p:spPr>
                    <a:xfrm flipH="1">
                      <a:off x="10579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" name="AutoShape 97"/>
                    <p:cNvSpPr/>
                    <p:nvPr/>
                  </p:nvSpPr>
                  <p:spPr>
                    <a:xfrm flipH="1">
                      <a:off x="10617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8" name="AutoShape 98"/>
                    <p:cNvSpPr/>
                    <p:nvPr/>
                  </p:nvSpPr>
                  <p:spPr>
                    <a:xfrm flipH="1">
                      <a:off x="10693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9" name="AutoShape 99"/>
                    <p:cNvSpPr/>
                    <p:nvPr/>
                  </p:nvSpPr>
                  <p:spPr>
                    <a:xfrm flipH="1">
                      <a:off x="10731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" name="AutoShape 100"/>
                    <p:cNvSpPr/>
                    <p:nvPr/>
                  </p:nvSpPr>
                  <p:spPr>
                    <a:xfrm flipH="1">
                      <a:off x="10770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1" name="AutoShape 101"/>
                    <p:cNvSpPr/>
                    <p:nvPr/>
                  </p:nvSpPr>
                  <p:spPr>
                    <a:xfrm flipH="1">
                      <a:off x="10808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" name="AutoShape 102"/>
                    <p:cNvSpPr/>
                    <p:nvPr/>
                  </p:nvSpPr>
                  <p:spPr>
                    <a:xfrm flipH="1">
                      <a:off x="10846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" name="AutoShape 103"/>
                    <p:cNvSpPr/>
                    <p:nvPr/>
                  </p:nvSpPr>
                  <p:spPr>
                    <a:xfrm flipH="1">
                      <a:off x="10884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4" name="AutoShape 104"/>
                    <p:cNvSpPr/>
                    <p:nvPr/>
                  </p:nvSpPr>
                  <p:spPr>
                    <a:xfrm flipH="1">
                      <a:off x="10922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5" name="AutoShape 105"/>
                    <p:cNvSpPr/>
                    <p:nvPr/>
                  </p:nvSpPr>
                  <p:spPr>
                    <a:xfrm flipH="1">
                      <a:off x="10960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6" name="AutoShape 106"/>
                    <p:cNvSpPr/>
                    <p:nvPr/>
                  </p:nvSpPr>
                  <p:spPr>
                    <a:xfrm flipH="1">
                      <a:off x="10998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7" name="AutoShape 107"/>
                    <p:cNvSpPr/>
                    <p:nvPr/>
                  </p:nvSpPr>
                  <p:spPr>
                    <a:xfrm flipH="1">
                      <a:off x="11036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8" name="AutoShape 108"/>
                    <p:cNvSpPr/>
                    <p:nvPr/>
                  </p:nvSpPr>
                  <p:spPr>
                    <a:xfrm flipH="1">
                      <a:off x="11112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9" name="AutoShape 109"/>
                    <p:cNvSpPr/>
                    <p:nvPr/>
                  </p:nvSpPr>
                  <p:spPr>
                    <a:xfrm flipH="1">
                      <a:off x="11151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0" name="AutoShape 110"/>
                    <p:cNvSpPr/>
                    <p:nvPr/>
                  </p:nvSpPr>
                  <p:spPr>
                    <a:xfrm flipH="1">
                      <a:off x="11189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1" name="AutoShape 111"/>
                    <p:cNvSpPr/>
                    <p:nvPr/>
                  </p:nvSpPr>
                  <p:spPr>
                    <a:xfrm flipH="1">
                      <a:off x="11227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2" name="AutoShape 112"/>
                    <p:cNvSpPr/>
                    <p:nvPr/>
                  </p:nvSpPr>
                  <p:spPr>
                    <a:xfrm flipH="1">
                      <a:off x="11265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" name="AutoShape 113"/>
                    <p:cNvSpPr/>
                    <p:nvPr/>
                  </p:nvSpPr>
                  <p:spPr>
                    <a:xfrm flipH="1">
                      <a:off x="11303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4" name="AutoShape 114"/>
                    <p:cNvSpPr/>
                    <p:nvPr/>
                  </p:nvSpPr>
                  <p:spPr>
                    <a:xfrm flipH="1">
                      <a:off x="11341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5" name="AutoShape 115"/>
                    <p:cNvSpPr/>
                    <p:nvPr/>
                  </p:nvSpPr>
                  <p:spPr>
                    <a:xfrm flipH="1">
                      <a:off x="11379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6" name="AutoShape 116"/>
                    <p:cNvSpPr/>
                    <p:nvPr/>
                  </p:nvSpPr>
                  <p:spPr>
                    <a:xfrm flipH="1">
                      <a:off x="11417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 flipH="1">
                      <a:off x="11493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8" name="AutoShape 118"/>
                    <p:cNvSpPr/>
                    <p:nvPr/>
                  </p:nvSpPr>
                  <p:spPr>
                    <a:xfrm flipH="1">
                      <a:off x="11532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9" name="AutoShape 119"/>
                    <p:cNvSpPr/>
                    <p:nvPr/>
                  </p:nvSpPr>
                  <p:spPr>
                    <a:xfrm flipH="1">
                      <a:off x="11570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7996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t="-7917" b="-7917"/>
              </a:stretch>
            </a:blip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rot="5400000">
              <a:off x="2667000" y="-2667000"/>
              <a:ext cx="6858000" cy="12192000"/>
            </a:xfrm>
            <a:prstGeom prst="rect">
              <a:avLst/>
            </a:prstGeom>
            <a:solidFill>
              <a:srgbClr val="000000">
                <a:alpha val="7215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548836" y="383368"/>
              <a:ext cx="1336520" cy="1203977"/>
              <a:chOff x="6936389" y="1324918"/>
              <a:chExt cx="3860684" cy="3477818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7675904" y="2326489"/>
                <a:ext cx="3121169" cy="873463"/>
                <a:chOff x="7675904" y="2326489"/>
                <a:chExt cx="3121169" cy="873463"/>
              </a:xfrm>
              <a:solidFill>
                <a:srgbClr val="11E1CE">
                  <a:alpha val="20000"/>
                </a:srgbClr>
              </a:solidFill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7914650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" name="AutoShape 8"/>
                <p:cNvSpPr/>
                <p:nvPr/>
              </p:nvSpPr>
              <p:spPr>
                <a:xfrm>
                  <a:off x="8101004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96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" name="AutoShape 9"/>
                <p:cNvSpPr/>
                <p:nvPr/>
              </p:nvSpPr>
              <p:spPr>
                <a:xfrm>
                  <a:off x="7728327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" name="AutoShape 10"/>
                <p:cNvSpPr/>
                <p:nvPr/>
              </p:nvSpPr>
              <p:spPr>
                <a:xfrm>
                  <a:off x="8475133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" name="AutoShape 11"/>
                <p:cNvSpPr/>
                <p:nvPr/>
              </p:nvSpPr>
              <p:spPr>
                <a:xfrm>
                  <a:off x="8661471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" name="AutoShape 12"/>
                <p:cNvSpPr/>
                <p:nvPr/>
              </p:nvSpPr>
              <p:spPr>
                <a:xfrm>
                  <a:off x="7675904" y="2326489"/>
                  <a:ext cx="457104" cy="457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8" h="29908">
                      <a:moveTo>
                        <a:pt x="23908" y="0"/>
                      </a:moveTo>
                      <a:lnTo>
                        <a:pt x="0" y="23908"/>
                      </a:lnTo>
                      <a:lnTo>
                        <a:pt x="0" y="29909"/>
                      </a:lnTo>
                      <a:lnTo>
                        <a:pt x="29909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AutoShape 13"/>
                <p:cNvSpPr/>
                <p:nvPr/>
              </p:nvSpPr>
              <p:spPr>
                <a:xfrm>
                  <a:off x="7675904" y="2326489"/>
                  <a:ext cx="84427" cy="84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4" h="5524">
                      <a:moveTo>
                        <a:pt x="0" y="0"/>
                      </a:moveTo>
                      <a:lnTo>
                        <a:pt x="0" y="5524"/>
                      </a:lnTo>
                      <a:lnTo>
                        <a:pt x="5524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>
                  <a:off x="7675904" y="2326489"/>
                  <a:ext cx="831233" cy="831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86" h="54386">
                      <a:moveTo>
                        <a:pt x="48387" y="0"/>
                      </a:moveTo>
                      <a:lnTo>
                        <a:pt x="0" y="48292"/>
                      </a:lnTo>
                      <a:lnTo>
                        <a:pt x="0" y="54388"/>
                      </a:lnTo>
                      <a:lnTo>
                        <a:pt x="54388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AutoShape 15"/>
                <p:cNvSpPr/>
                <p:nvPr/>
              </p:nvSpPr>
              <p:spPr>
                <a:xfrm>
                  <a:off x="7675904" y="2326489"/>
                  <a:ext cx="270765" cy="270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6" h="17716">
                      <a:moveTo>
                        <a:pt x="11716" y="0"/>
                      </a:moveTo>
                      <a:lnTo>
                        <a:pt x="0" y="11716"/>
                      </a:lnTo>
                      <a:lnTo>
                        <a:pt x="0" y="17716"/>
                      </a:lnTo>
                      <a:lnTo>
                        <a:pt x="17717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AutoShape 16"/>
                <p:cNvSpPr/>
                <p:nvPr/>
              </p:nvSpPr>
              <p:spPr>
                <a:xfrm>
                  <a:off x="7675904" y="2326489"/>
                  <a:ext cx="643442" cy="643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0" h="42100">
                      <a:moveTo>
                        <a:pt x="36100" y="0"/>
                      </a:moveTo>
                      <a:lnTo>
                        <a:pt x="0" y="36100"/>
                      </a:lnTo>
                      <a:lnTo>
                        <a:pt x="0" y="42101"/>
                      </a:lnTo>
                      <a:lnTo>
                        <a:pt x="4210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AutoShape 17"/>
                <p:cNvSpPr/>
                <p:nvPr/>
              </p:nvSpPr>
              <p:spPr>
                <a:xfrm>
                  <a:off x="8288795" y="2326489"/>
                  <a:ext cx="963711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55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056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10341421" y="2744283"/>
                  <a:ext cx="455652" cy="455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13" h="29813">
                      <a:moveTo>
                        <a:pt x="6001" y="29813"/>
                      </a:moveTo>
                      <a:lnTo>
                        <a:pt x="29813" y="6001"/>
                      </a:lnTo>
                      <a:lnTo>
                        <a:pt x="29813" y="0"/>
                      </a:lnTo>
                      <a:lnTo>
                        <a:pt x="0" y="29813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AutoShape 19"/>
                <p:cNvSpPr/>
                <p:nvPr/>
              </p:nvSpPr>
              <p:spPr>
                <a:xfrm>
                  <a:off x="10153631" y="2557945"/>
                  <a:ext cx="643442" cy="641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0" h="42005">
                      <a:moveTo>
                        <a:pt x="6001" y="42005"/>
                      </a:moveTo>
                      <a:lnTo>
                        <a:pt x="42101" y="6001"/>
                      </a:lnTo>
                      <a:lnTo>
                        <a:pt x="42101" y="0"/>
                      </a:lnTo>
                      <a:lnTo>
                        <a:pt x="0" y="42005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AutoShape 20"/>
                <p:cNvSpPr/>
                <p:nvPr/>
              </p:nvSpPr>
              <p:spPr>
                <a:xfrm>
                  <a:off x="9967292" y="2371606"/>
                  <a:ext cx="829781" cy="828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2" h="54197">
                      <a:moveTo>
                        <a:pt x="0" y="54197"/>
                      </a:moveTo>
                      <a:lnTo>
                        <a:pt x="6001" y="54197"/>
                      </a:lnTo>
                      <a:lnTo>
                        <a:pt x="54293" y="6001"/>
                      </a:lnTo>
                      <a:lnTo>
                        <a:pt x="54293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AutoShape 21"/>
                <p:cNvSpPr/>
                <p:nvPr/>
              </p:nvSpPr>
              <p:spPr>
                <a:xfrm>
                  <a:off x="10714098" y="3116961"/>
                  <a:ext cx="82975" cy="8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" h="5429">
                      <a:moveTo>
                        <a:pt x="5429" y="5429"/>
                      </a:moveTo>
                      <a:lnTo>
                        <a:pt x="5429" y="0"/>
                      </a:lnTo>
                      <a:lnTo>
                        <a:pt x="0" y="5429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AutoShape 22"/>
                <p:cNvSpPr/>
                <p:nvPr/>
              </p:nvSpPr>
              <p:spPr>
                <a:xfrm>
                  <a:off x="10527760" y="2930622"/>
                  <a:ext cx="269313" cy="269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21" h="17621">
                      <a:moveTo>
                        <a:pt x="6001" y="17621"/>
                      </a:moveTo>
                      <a:lnTo>
                        <a:pt x="17621" y="6001"/>
                      </a:lnTo>
                      <a:lnTo>
                        <a:pt x="17621" y="0"/>
                      </a:lnTo>
                      <a:lnTo>
                        <a:pt x="0" y="17621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" name="AutoShape 23"/>
                <p:cNvSpPr/>
                <p:nvPr/>
              </p:nvSpPr>
              <p:spPr>
                <a:xfrm>
                  <a:off x="9594615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>
                  <a:off x="9034148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AutoShape 25"/>
                <p:cNvSpPr/>
                <p:nvPr/>
              </p:nvSpPr>
              <p:spPr>
                <a:xfrm>
                  <a:off x="9220487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96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>
                  <a:off x="9780954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AutoShape 27"/>
                <p:cNvSpPr/>
                <p:nvPr/>
              </p:nvSpPr>
              <p:spPr>
                <a:xfrm>
                  <a:off x="8847810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AutoShape 28"/>
                <p:cNvSpPr/>
                <p:nvPr/>
              </p:nvSpPr>
              <p:spPr>
                <a:xfrm>
                  <a:off x="9408277" y="2326489"/>
                  <a:ext cx="963711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55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056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AutoShape 29"/>
                <p:cNvSpPr/>
                <p:nvPr/>
              </p:nvSpPr>
              <p:spPr>
                <a:xfrm>
                  <a:off x="8456212" y="2326489"/>
                  <a:ext cx="1560584" cy="145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07" h="9525">
                      <a:moveTo>
                        <a:pt x="0" y="0"/>
                      </a:moveTo>
                      <a:lnTo>
                        <a:pt x="102108" y="0"/>
                      </a:lnTo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8594498" y="3245435"/>
                <a:ext cx="580305" cy="580123"/>
                <a:chOff x="6075901" y="3440358"/>
                <a:chExt cx="37969" cy="37957"/>
              </a:xfrm>
              <a:solidFill>
                <a:srgbClr val="ED3F3C">
                  <a:alpha val="94901"/>
                </a:srgbClr>
              </a:solidFill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6075901" y="3440358"/>
                  <a:ext cx="10620" cy="10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0" h="10453">
                      <a:moveTo>
                        <a:pt x="5239" y="10454"/>
                      </a:moveTo>
                      <a:lnTo>
                        <a:pt x="5239" y="10454"/>
                      </a:lnTo>
                      <a:cubicBezTo>
                        <a:pt x="3810" y="10454"/>
                        <a:pt x="2476" y="9882"/>
                        <a:pt x="1524" y="8930"/>
                      </a:cubicBezTo>
                      <a:cubicBezTo>
                        <a:pt x="476" y="7882"/>
                        <a:pt x="0" y="6548"/>
                        <a:pt x="0" y="5215"/>
                      </a:cubicBezTo>
                      <a:cubicBezTo>
                        <a:pt x="0" y="3786"/>
                        <a:pt x="571" y="2453"/>
                        <a:pt x="1524" y="1500"/>
                      </a:cubicBezTo>
                      <a:cubicBezTo>
                        <a:pt x="3524" y="-500"/>
                        <a:pt x="7048" y="-500"/>
                        <a:pt x="9049" y="1500"/>
                      </a:cubicBezTo>
                      <a:cubicBezTo>
                        <a:pt x="11144" y="3596"/>
                        <a:pt x="11144" y="6929"/>
                        <a:pt x="9049" y="9025"/>
                      </a:cubicBezTo>
                      <a:cubicBezTo>
                        <a:pt x="8001" y="9977"/>
                        <a:pt x="6667" y="10454"/>
                        <a:pt x="5239" y="10454"/>
                      </a:cubicBezTo>
                      <a:close/>
                      <a:moveTo>
                        <a:pt x="5239" y="2548"/>
                      </a:moveTo>
                      <a:cubicBezTo>
                        <a:pt x="4572" y="2548"/>
                        <a:pt x="3905" y="2834"/>
                        <a:pt x="3429" y="3310"/>
                      </a:cubicBezTo>
                      <a:cubicBezTo>
                        <a:pt x="2953" y="3786"/>
                        <a:pt x="2667" y="4453"/>
                        <a:pt x="2667" y="5120"/>
                      </a:cubicBezTo>
                      <a:cubicBezTo>
                        <a:pt x="2667" y="5786"/>
                        <a:pt x="2953" y="6453"/>
                        <a:pt x="3429" y="6929"/>
                      </a:cubicBezTo>
                      <a:cubicBezTo>
                        <a:pt x="3905" y="7406"/>
                        <a:pt x="4572" y="7691"/>
                        <a:pt x="5239" y="7691"/>
                      </a:cubicBezTo>
                      <a:lnTo>
                        <a:pt x="5239" y="7691"/>
                      </a:lnTo>
                      <a:cubicBezTo>
                        <a:pt x="5905" y="7691"/>
                        <a:pt x="6572" y="7406"/>
                        <a:pt x="7048" y="6929"/>
                      </a:cubicBezTo>
                      <a:cubicBezTo>
                        <a:pt x="8096" y="5882"/>
                        <a:pt x="8096" y="4262"/>
                        <a:pt x="7048" y="3310"/>
                      </a:cubicBezTo>
                      <a:cubicBezTo>
                        <a:pt x="6572" y="2834"/>
                        <a:pt x="5905" y="2548"/>
                        <a:pt x="5239" y="2548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AutoShape 32"/>
                <p:cNvSpPr/>
                <p:nvPr/>
              </p:nvSpPr>
              <p:spPr>
                <a:xfrm>
                  <a:off x="6079568" y="3444001"/>
                  <a:ext cx="3119" cy="3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9" h="3084">
                      <a:moveTo>
                        <a:pt x="2619" y="429"/>
                      </a:moveTo>
                      <a:cubicBezTo>
                        <a:pt x="2048" y="-143"/>
                        <a:pt x="1095" y="-143"/>
                        <a:pt x="429" y="429"/>
                      </a:cubicBezTo>
                      <a:cubicBezTo>
                        <a:pt x="-143" y="1000"/>
                        <a:pt x="-143" y="1953"/>
                        <a:pt x="429" y="2619"/>
                      </a:cubicBezTo>
                      <a:cubicBezTo>
                        <a:pt x="1000" y="3286"/>
                        <a:pt x="1953" y="3191"/>
                        <a:pt x="2619" y="2619"/>
                      </a:cubicBezTo>
                      <a:cubicBezTo>
                        <a:pt x="3286" y="2048"/>
                        <a:pt x="3286" y="1095"/>
                        <a:pt x="2619" y="429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AutoShape 33"/>
                <p:cNvSpPr/>
                <p:nvPr/>
              </p:nvSpPr>
              <p:spPr>
                <a:xfrm>
                  <a:off x="6107453" y="3471886"/>
                  <a:ext cx="6417" cy="6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7" h="6429">
                      <a:moveTo>
                        <a:pt x="5501" y="929"/>
                      </a:moveTo>
                      <a:cubicBezTo>
                        <a:pt x="4262" y="-310"/>
                        <a:pt x="2262" y="-310"/>
                        <a:pt x="929" y="929"/>
                      </a:cubicBezTo>
                      <a:cubicBezTo>
                        <a:pt x="-310" y="2167"/>
                        <a:pt x="-310" y="4167"/>
                        <a:pt x="929" y="5501"/>
                      </a:cubicBezTo>
                      <a:cubicBezTo>
                        <a:pt x="2167" y="6739"/>
                        <a:pt x="4167" y="6739"/>
                        <a:pt x="5405" y="5501"/>
                      </a:cubicBezTo>
                      <a:cubicBezTo>
                        <a:pt x="6739" y="4167"/>
                        <a:pt x="6739" y="2167"/>
                        <a:pt x="5501" y="929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AutoShape 34"/>
                <p:cNvSpPr/>
                <p:nvPr/>
              </p:nvSpPr>
              <p:spPr>
                <a:xfrm rot="-2700000">
                  <a:off x="6094900" y="3442896"/>
                  <a:ext cx="2762" cy="35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" h="35432">
                      <a:moveTo>
                        <a:pt x="0" y="0"/>
                      </a:moveTo>
                      <a:lnTo>
                        <a:pt x="2762" y="0"/>
                      </a:lnTo>
                      <a:lnTo>
                        <a:pt x="2762" y="35433"/>
                      </a:lnTo>
                      <a:lnTo>
                        <a:pt x="0" y="35433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7138729" y="2075370"/>
                <a:ext cx="302800" cy="155756"/>
                <a:chOff x="5980651" y="3334797"/>
                <a:chExt cx="19812" cy="10191"/>
              </a:xfrm>
              <a:solidFill>
                <a:srgbClr val="FFFFFF">
                  <a:alpha val="20000"/>
                </a:srgbClr>
              </a:solidFill>
            </p:grpSpPr>
            <p:sp>
              <p:nvSpPr>
                <p:cNvPr id="36" name="AutoShape 36"/>
                <p:cNvSpPr/>
                <p:nvPr/>
              </p:nvSpPr>
              <p:spPr>
                <a:xfrm>
                  <a:off x="5980651" y="3334797"/>
                  <a:ext cx="19812" cy="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" h="2762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2762"/>
                      </a:lnTo>
                      <a:lnTo>
                        <a:pt x="0" y="2762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AutoShape 37"/>
                <p:cNvSpPr/>
                <p:nvPr/>
              </p:nvSpPr>
              <p:spPr>
                <a:xfrm>
                  <a:off x="5980651" y="3342227"/>
                  <a:ext cx="19812" cy="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" h="2762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2762"/>
                      </a:lnTo>
                      <a:lnTo>
                        <a:pt x="0" y="2762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AutoShape 38"/>
              <p:cNvSpPr/>
              <p:nvPr/>
            </p:nvSpPr>
            <p:spPr>
              <a:xfrm>
                <a:off x="6974231" y="1552018"/>
                <a:ext cx="42213" cy="3023633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197834">
                    <a:moveTo>
                      <a:pt x="0" y="0"/>
                    </a:moveTo>
                    <a:lnTo>
                      <a:pt x="2762" y="0"/>
                    </a:lnTo>
                    <a:lnTo>
                      <a:pt x="2762" y="197834"/>
                    </a:lnTo>
                    <a:lnTo>
                      <a:pt x="0" y="197834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6936389" y="1324918"/>
                <a:ext cx="116507" cy="116462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620">
                    <a:moveTo>
                      <a:pt x="0" y="3810"/>
                    </a:moveTo>
                    <a:cubicBezTo>
                      <a:pt x="0" y="5906"/>
                      <a:pt x="1715" y="7620"/>
                      <a:pt x="3810" y="7620"/>
                    </a:cubicBezTo>
                    <a:cubicBezTo>
                      <a:pt x="5906" y="7620"/>
                      <a:pt x="7620" y="5906"/>
                      <a:pt x="7620" y="3810"/>
                    </a:cubicBezTo>
                    <a:cubicBezTo>
                      <a:pt x="7715" y="1715"/>
                      <a:pt x="6001" y="0"/>
                      <a:pt x="3810" y="0"/>
                    </a:cubicBezTo>
                    <a:cubicBezTo>
                      <a:pt x="1715" y="0"/>
                      <a:pt x="0" y="1715"/>
                      <a:pt x="0" y="3810"/>
                    </a:cubicBezTo>
                    <a:close/>
                  </a:path>
                </a:pathLst>
              </a:custGeom>
              <a:ln w="3175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6936389" y="4686290"/>
                <a:ext cx="116462" cy="116446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619">
                    <a:moveTo>
                      <a:pt x="0" y="3810"/>
                    </a:moveTo>
                    <a:cubicBezTo>
                      <a:pt x="0" y="5905"/>
                      <a:pt x="1715" y="7620"/>
                      <a:pt x="3810" y="7620"/>
                    </a:cubicBezTo>
                    <a:cubicBezTo>
                      <a:pt x="5906" y="7620"/>
                      <a:pt x="7620" y="5905"/>
                      <a:pt x="7620" y="3810"/>
                    </a:cubicBezTo>
                    <a:cubicBezTo>
                      <a:pt x="7620" y="1715"/>
                      <a:pt x="5906" y="0"/>
                      <a:pt x="3810" y="0"/>
                    </a:cubicBezTo>
                    <a:cubicBezTo>
                      <a:pt x="1715" y="0"/>
                      <a:pt x="0" y="1715"/>
                      <a:pt x="0" y="3810"/>
                    </a:cubicBezTo>
                    <a:close/>
                  </a:path>
                </a:pathLst>
              </a:custGeom>
              <a:ln w="3175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AutoShape 41"/>
              <p:cNvSpPr/>
              <p:nvPr/>
            </p:nvSpPr>
            <p:spPr>
              <a:xfrm>
                <a:off x="6948035" y="1710694"/>
                <a:ext cx="93154" cy="885109"/>
              </a:xfrm>
              <a:custGeom>
                <a:avLst/>
                <a:gdLst/>
                <a:ahLst/>
                <a:cxnLst/>
                <a:rect l="l" t="t" r="r" b="b"/>
                <a:pathLst>
                  <a:path w="6095" h="57911">
                    <a:moveTo>
                      <a:pt x="0" y="0"/>
                    </a:moveTo>
                    <a:lnTo>
                      <a:pt x="6096" y="0"/>
                    </a:lnTo>
                    <a:lnTo>
                      <a:pt x="6096" y="57912"/>
                    </a:lnTo>
                    <a:lnTo>
                      <a:pt x="0" y="57912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7166393" y="2467694"/>
                <a:ext cx="441087" cy="592487"/>
                <a:chOff x="5982461" y="3389471"/>
                <a:chExt cx="28860" cy="38766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43" name="AutoShape 43"/>
                <p:cNvSpPr/>
                <p:nvPr/>
              </p:nvSpPr>
              <p:spPr>
                <a:xfrm>
                  <a:off x="6000559" y="3391947"/>
                  <a:ext cx="10763" cy="3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3" h="33813">
                      <a:moveTo>
                        <a:pt x="0" y="0"/>
                      </a:moveTo>
                      <a:lnTo>
                        <a:pt x="10763" y="0"/>
                      </a:lnTo>
                      <a:lnTo>
                        <a:pt x="10763" y="33814"/>
                      </a:lnTo>
                      <a:lnTo>
                        <a:pt x="0" y="33814"/>
                      </a:lnTo>
                      <a:lnTo>
                        <a:pt x="0" y="32480"/>
                      </a:lnTo>
                      <a:lnTo>
                        <a:pt x="9430" y="32480"/>
                      </a:lnTo>
                      <a:lnTo>
                        <a:pt x="9430" y="1238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AutoShape 44"/>
                <p:cNvSpPr/>
                <p:nvPr/>
              </p:nvSpPr>
              <p:spPr>
                <a:xfrm>
                  <a:off x="6000559" y="3426904"/>
                  <a:ext cx="10096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6" h="1333">
                      <a:moveTo>
                        <a:pt x="0" y="0"/>
                      </a:moveTo>
                      <a:lnTo>
                        <a:pt x="10097" y="0"/>
                      </a:lnTo>
                      <a:lnTo>
                        <a:pt x="10097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AutoShape 45"/>
                <p:cNvSpPr/>
                <p:nvPr/>
              </p:nvSpPr>
              <p:spPr>
                <a:xfrm>
                  <a:off x="5982461" y="3426904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AutoShape 46"/>
                <p:cNvSpPr/>
                <p:nvPr/>
              </p:nvSpPr>
              <p:spPr>
                <a:xfrm>
                  <a:off x="5982461" y="3423666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3"/>
                      </a:lnTo>
                      <a:lnTo>
                        <a:pt x="0" y="1333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AutoShape 47"/>
                <p:cNvSpPr/>
                <p:nvPr/>
              </p:nvSpPr>
              <p:spPr>
                <a:xfrm>
                  <a:off x="5982461" y="3417284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AutoShape 48"/>
                <p:cNvSpPr/>
                <p:nvPr/>
              </p:nvSpPr>
              <p:spPr>
                <a:xfrm>
                  <a:off x="6000559" y="3389471"/>
                  <a:ext cx="10096" cy="1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6" h="1238">
                      <a:moveTo>
                        <a:pt x="0" y="0"/>
                      </a:moveTo>
                      <a:lnTo>
                        <a:pt x="10097" y="0"/>
                      </a:lnTo>
                      <a:lnTo>
                        <a:pt x="10097" y="1238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7795285" y="3287297"/>
                <a:ext cx="215439" cy="186323"/>
                <a:chOff x="6023609" y="3443097"/>
                <a:chExt cx="14096" cy="12191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50" name="AutoShape 50"/>
                <p:cNvSpPr/>
                <p:nvPr/>
              </p:nvSpPr>
              <p:spPr>
                <a:xfrm>
                  <a:off x="6035039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AutoShape 51"/>
                <p:cNvSpPr/>
                <p:nvPr/>
              </p:nvSpPr>
              <p:spPr>
                <a:xfrm>
                  <a:off x="6029324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AutoShape 52"/>
                <p:cNvSpPr/>
                <p:nvPr/>
              </p:nvSpPr>
              <p:spPr>
                <a:xfrm>
                  <a:off x="6023609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Group 53"/>
              <p:cNvGrpSpPr/>
              <p:nvPr/>
            </p:nvGrpSpPr>
            <p:grpSpPr>
              <a:xfrm>
                <a:off x="10150712" y="1980007"/>
                <a:ext cx="362483" cy="126641"/>
                <a:chOff x="6177723" y="3357562"/>
                <a:chExt cx="23717" cy="8286"/>
              </a:xfrm>
            </p:grpSpPr>
            <p:sp>
              <p:nvSpPr>
                <p:cNvPr id="54" name="AutoShape 54"/>
                <p:cNvSpPr/>
                <p:nvPr/>
              </p:nvSpPr>
              <p:spPr>
                <a:xfrm>
                  <a:off x="6177723" y="3357562"/>
                  <a:ext cx="8191" cy="8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0" h="8286">
                      <a:moveTo>
                        <a:pt x="0" y="4191"/>
                      </a:moveTo>
                      <a:cubicBezTo>
                        <a:pt x="0" y="6477"/>
                        <a:pt x="1810" y="8287"/>
                        <a:pt x="4096" y="8287"/>
                      </a:cubicBezTo>
                      <a:cubicBezTo>
                        <a:pt x="6382" y="8287"/>
                        <a:pt x="8192" y="6477"/>
                        <a:pt x="8192" y="4191"/>
                      </a:cubicBezTo>
                      <a:cubicBezTo>
                        <a:pt x="8192" y="1905"/>
                        <a:pt x="6286" y="0"/>
                        <a:pt x="4096" y="0"/>
                      </a:cubicBezTo>
                      <a:cubicBezTo>
                        <a:pt x="1810" y="0"/>
                        <a:pt x="0" y="1905"/>
                        <a:pt x="0" y="4191"/>
                      </a:cubicBezTo>
                      <a:close/>
                    </a:path>
                  </a:pathLst>
                </a:cu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AutoShape 55"/>
                <p:cNvSpPr/>
                <p:nvPr/>
              </p:nvSpPr>
              <p:spPr>
                <a:xfrm>
                  <a:off x="6193154" y="3357562"/>
                  <a:ext cx="8286" cy="8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6" h="8286">
                      <a:moveTo>
                        <a:pt x="0" y="4191"/>
                      </a:moveTo>
                      <a:cubicBezTo>
                        <a:pt x="0" y="6477"/>
                        <a:pt x="1810" y="8287"/>
                        <a:pt x="4191" y="8287"/>
                      </a:cubicBezTo>
                      <a:cubicBezTo>
                        <a:pt x="6477" y="8287"/>
                        <a:pt x="8287" y="6477"/>
                        <a:pt x="8287" y="4191"/>
                      </a:cubicBezTo>
                      <a:cubicBezTo>
                        <a:pt x="8287" y="1905"/>
                        <a:pt x="6477" y="0"/>
                        <a:pt x="4191" y="0"/>
                      </a:cubicBezTo>
                      <a:cubicBezTo>
                        <a:pt x="1810" y="0"/>
                        <a:pt x="0" y="1905"/>
                        <a:pt x="0" y="4191"/>
                      </a:cubicBezTo>
                      <a:close/>
                    </a:path>
                  </a:pathLst>
                </a:cu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6" name="Group 56"/>
            <p:cNvGrpSpPr/>
            <p:nvPr/>
          </p:nvGrpSpPr>
          <p:grpSpPr>
            <a:xfrm>
              <a:off x="10562751" y="533065"/>
              <a:ext cx="1159859" cy="1097479"/>
              <a:chOff x="10562751" y="533065"/>
              <a:chExt cx="1159859" cy="1097479"/>
            </a:xfrm>
          </p:grpSpPr>
          <p:sp>
            <p:nvSpPr>
              <p:cNvPr id="57" name="AutoShape 57"/>
              <p:cNvSpPr/>
              <p:nvPr/>
            </p:nvSpPr>
            <p:spPr>
              <a:xfrm>
                <a:off x="10562751" y="574127"/>
                <a:ext cx="1159859" cy="1056417"/>
              </a:xfrm>
              <a:custGeom>
                <a:avLst/>
                <a:gdLst/>
                <a:ahLst/>
                <a:cxnLst/>
                <a:rect l="l" t="t" r="r" b="b"/>
                <a:pathLst>
                  <a:path w="1159859" h="1056417">
                    <a:moveTo>
                      <a:pt x="0" y="0"/>
                    </a:moveTo>
                    <a:lnTo>
                      <a:pt x="194310" y="0"/>
                    </a:lnTo>
                    <a:lnTo>
                      <a:pt x="195167" y="43625"/>
                    </a:lnTo>
                    <a:lnTo>
                      <a:pt x="506540" y="43625"/>
                    </a:lnTo>
                    <a:lnTo>
                      <a:pt x="538067" y="0"/>
                    </a:lnTo>
                    <a:lnTo>
                      <a:pt x="964978" y="0"/>
                    </a:lnTo>
                    <a:lnTo>
                      <a:pt x="1159859" y="156401"/>
                    </a:lnTo>
                    <a:lnTo>
                      <a:pt x="1159859" y="223742"/>
                    </a:lnTo>
                    <a:lnTo>
                      <a:pt x="1116521" y="223742"/>
                    </a:lnTo>
                    <a:lnTo>
                      <a:pt x="1116521" y="1056418"/>
                    </a:lnTo>
                    <a:lnTo>
                      <a:pt x="1017842" y="1056418"/>
                    </a:lnTo>
                    <a:lnTo>
                      <a:pt x="1017842" y="664178"/>
                    </a:lnTo>
                    <a:lnTo>
                      <a:pt x="952881" y="601599"/>
                    </a:lnTo>
                    <a:lnTo>
                      <a:pt x="952881" y="137160"/>
                    </a:lnTo>
                    <a:lnTo>
                      <a:pt x="806101" y="137160"/>
                    </a:lnTo>
                    <a:lnTo>
                      <a:pt x="750761" y="89059"/>
                    </a:lnTo>
                    <a:lnTo>
                      <a:pt x="596741" y="89059"/>
                    </a:lnTo>
                    <a:lnTo>
                      <a:pt x="531781" y="134779"/>
                    </a:lnTo>
                    <a:lnTo>
                      <a:pt x="142018" y="134779"/>
                    </a:lnTo>
                    <a:close/>
                  </a:path>
                </a:pathLst>
              </a:custGeom>
              <a:ln w="3175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11418649" y="836718"/>
                <a:ext cx="199417" cy="297278"/>
              </a:xfrm>
              <a:prstGeom prst="rect">
                <a:avLst/>
              </a:prstGeom>
              <a:solidFill>
                <a:srgbClr val="11E1CE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AutoShape 59"/>
              <p:cNvSpPr/>
              <p:nvPr/>
            </p:nvSpPr>
            <p:spPr>
              <a:xfrm>
                <a:off x="11391865" y="855234"/>
                <a:ext cx="90656" cy="135144"/>
              </a:xfrm>
              <a:prstGeom prst="rect">
                <a:avLst/>
              </a:prstGeom>
              <a:solidFill>
                <a:srgbClr val="ED3F3C">
                  <a:alpha val="9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AutoShape 60"/>
              <p:cNvSpPr/>
              <p:nvPr/>
            </p:nvSpPr>
            <p:spPr>
              <a:xfrm>
                <a:off x="10789895" y="533065"/>
                <a:ext cx="270335" cy="50431"/>
              </a:xfrm>
              <a:prstGeom prst="rect">
                <a:avLst/>
              </a:prstGeom>
              <a:solidFill>
                <a:srgbClr val="ED3F3C">
                  <a:alpha val="9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14351" y="4185996"/>
              <a:ext cx="11104006" cy="2212755"/>
              <a:chOff x="414351" y="4185996"/>
              <a:chExt cx="11104006" cy="2212755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11356153" y="6130614"/>
                <a:ext cx="162204" cy="139273"/>
                <a:chOff x="6030562" y="3470433"/>
                <a:chExt cx="27622" cy="23717"/>
              </a:xfrm>
              <a:solidFill>
                <a:srgbClr val="ED3F3C">
                  <a:alpha val="94901"/>
                </a:srgbClr>
              </a:solidFill>
            </p:grpSpPr>
            <p:sp>
              <p:nvSpPr>
                <p:cNvPr id="63" name="AutoShape 63"/>
                <p:cNvSpPr/>
                <p:nvPr/>
              </p:nvSpPr>
              <p:spPr>
                <a:xfrm>
                  <a:off x="6054089" y="3475482"/>
                  <a:ext cx="409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13716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AutoShape 64"/>
                <p:cNvSpPr/>
                <p:nvPr/>
              </p:nvSpPr>
              <p:spPr>
                <a:xfrm>
                  <a:off x="6046279" y="3470433"/>
                  <a:ext cx="4095" cy="2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23717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23717"/>
                      </a:lnTo>
                      <a:lnTo>
                        <a:pt x="0" y="23717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AutoShape 65"/>
                <p:cNvSpPr/>
                <p:nvPr/>
              </p:nvSpPr>
              <p:spPr>
                <a:xfrm>
                  <a:off x="6038373" y="3470433"/>
                  <a:ext cx="4095" cy="2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23717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23717"/>
                      </a:lnTo>
                      <a:lnTo>
                        <a:pt x="0" y="23717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AutoShape 66"/>
                <p:cNvSpPr/>
                <p:nvPr/>
              </p:nvSpPr>
              <p:spPr>
                <a:xfrm>
                  <a:off x="6030562" y="3475482"/>
                  <a:ext cx="409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13716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67"/>
              <p:cNvGrpSpPr/>
              <p:nvPr/>
            </p:nvGrpSpPr>
            <p:grpSpPr>
              <a:xfrm>
                <a:off x="414351" y="4185996"/>
                <a:ext cx="2995881" cy="2212755"/>
                <a:chOff x="414351" y="4185996"/>
                <a:chExt cx="2995881" cy="2212755"/>
              </a:xfrm>
            </p:grpSpPr>
            <p:grpSp>
              <p:nvGrpSpPr>
                <p:cNvPr id="68" name="Group 68"/>
                <p:cNvGrpSpPr/>
                <p:nvPr/>
              </p:nvGrpSpPr>
              <p:grpSpPr>
                <a:xfrm rot="5400000" flipV="1">
                  <a:off x="383161" y="5270082"/>
                  <a:ext cx="1159859" cy="1097479"/>
                  <a:chOff x="10562751" y="533065"/>
                  <a:chExt cx="1159859" cy="1097479"/>
                </a:xfrm>
              </p:grpSpPr>
              <p:sp>
                <p:nvSpPr>
                  <p:cNvPr id="69" name="AutoShape 69"/>
                  <p:cNvSpPr/>
                  <p:nvPr/>
                </p:nvSpPr>
                <p:spPr>
                  <a:xfrm>
                    <a:off x="10562751" y="574127"/>
                    <a:ext cx="1159859" cy="1056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9859" h="1056417">
                        <a:moveTo>
                          <a:pt x="0" y="0"/>
                        </a:moveTo>
                        <a:lnTo>
                          <a:pt x="194310" y="0"/>
                        </a:lnTo>
                        <a:lnTo>
                          <a:pt x="195167" y="43625"/>
                        </a:lnTo>
                        <a:lnTo>
                          <a:pt x="506540" y="43625"/>
                        </a:lnTo>
                        <a:lnTo>
                          <a:pt x="538067" y="0"/>
                        </a:lnTo>
                        <a:lnTo>
                          <a:pt x="964978" y="0"/>
                        </a:lnTo>
                        <a:lnTo>
                          <a:pt x="1159859" y="156401"/>
                        </a:lnTo>
                        <a:lnTo>
                          <a:pt x="1159859" y="223742"/>
                        </a:lnTo>
                        <a:lnTo>
                          <a:pt x="1116521" y="223742"/>
                        </a:lnTo>
                        <a:lnTo>
                          <a:pt x="1116521" y="1056418"/>
                        </a:lnTo>
                        <a:lnTo>
                          <a:pt x="1017842" y="1056418"/>
                        </a:lnTo>
                        <a:lnTo>
                          <a:pt x="1017842" y="664178"/>
                        </a:lnTo>
                        <a:lnTo>
                          <a:pt x="952881" y="601599"/>
                        </a:lnTo>
                        <a:lnTo>
                          <a:pt x="952881" y="137160"/>
                        </a:lnTo>
                        <a:lnTo>
                          <a:pt x="806101" y="137160"/>
                        </a:lnTo>
                        <a:lnTo>
                          <a:pt x="750761" y="89059"/>
                        </a:lnTo>
                        <a:lnTo>
                          <a:pt x="596741" y="89059"/>
                        </a:lnTo>
                        <a:lnTo>
                          <a:pt x="531781" y="134779"/>
                        </a:lnTo>
                        <a:lnTo>
                          <a:pt x="142018" y="134779"/>
                        </a:lnTo>
                        <a:close/>
                      </a:path>
                    </a:pathLst>
                  </a:custGeom>
                  <a:ln w="3175">
                    <a:solidFill>
                      <a:srgbClr val="000000">
                        <a:alpha val="50196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AutoShape 70"/>
                  <p:cNvSpPr/>
                  <p:nvPr/>
                </p:nvSpPr>
                <p:spPr>
                  <a:xfrm>
                    <a:off x="11418649" y="836718"/>
                    <a:ext cx="199417" cy="297278"/>
                  </a:xfrm>
                  <a:prstGeom prst="rect">
                    <a:avLst/>
                  </a:prstGeom>
                  <a:solidFill>
                    <a:srgbClr val="11E1CE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AutoShape 71"/>
                  <p:cNvSpPr/>
                  <p:nvPr/>
                </p:nvSpPr>
                <p:spPr>
                  <a:xfrm>
                    <a:off x="11391865" y="855234"/>
                    <a:ext cx="90656" cy="135144"/>
                  </a:xfrm>
                  <a:prstGeom prst="rect">
                    <a:avLst/>
                  </a:prstGeom>
                  <a:solidFill>
                    <a:srgbClr val="ED3F3C">
                      <a:alpha val="9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AutoShape 72"/>
                  <p:cNvSpPr/>
                  <p:nvPr/>
                </p:nvSpPr>
                <p:spPr>
                  <a:xfrm>
                    <a:off x="10789895" y="533065"/>
                    <a:ext cx="270335" cy="50431"/>
                  </a:xfrm>
                  <a:prstGeom prst="rect">
                    <a:avLst/>
                  </a:prstGeom>
                  <a:solidFill>
                    <a:srgbClr val="ED3F3C">
                      <a:alpha val="9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3" name="AutoShape 73"/>
                <p:cNvSpPr/>
                <p:nvPr/>
              </p:nvSpPr>
              <p:spPr>
                <a:xfrm>
                  <a:off x="1506625" y="6355770"/>
                  <a:ext cx="1903607" cy="0"/>
                </a:xfrm>
                <a:prstGeom prst="line">
                  <a:avLst/>
                </a:pr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74" name="Group 74"/>
                <p:cNvGrpSpPr/>
                <p:nvPr/>
              </p:nvGrpSpPr>
              <p:grpSpPr>
                <a:xfrm rot="5400000" flipH="1" flipV="1">
                  <a:off x="-63579" y="4932940"/>
                  <a:ext cx="1600200" cy="106311"/>
                  <a:chOff x="9969910" y="13362039"/>
                  <a:chExt cx="1600200" cy="106311"/>
                </a:xfrm>
              </p:grpSpPr>
              <p:grpSp>
                <p:nvGrpSpPr>
                  <p:cNvPr id="75" name="Group 75"/>
                  <p:cNvGrpSpPr/>
                  <p:nvPr/>
                </p:nvGrpSpPr>
                <p:grpSpPr>
                  <a:xfrm>
                    <a:off x="9969910" y="13362039"/>
                    <a:ext cx="1485900" cy="106311"/>
                    <a:chOff x="9969910" y="13362039"/>
                    <a:chExt cx="1485900" cy="195211"/>
                  </a:xfrm>
                </p:grpSpPr>
                <p:sp>
                  <p:nvSpPr>
                    <p:cNvPr id="76" name="AutoShape 76"/>
                    <p:cNvSpPr/>
                    <p:nvPr/>
                  </p:nvSpPr>
                  <p:spPr>
                    <a:xfrm flipH="1">
                      <a:off x="9969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7" name="AutoShape 77"/>
                    <p:cNvSpPr/>
                    <p:nvPr/>
                  </p:nvSpPr>
                  <p:spPr>
                    <a:xfrm flipH="1">
                      <a:off x="10236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" name="AutoShape 78"/>
                    <p:cNvSpPr/>
                    <p:nvPr/>
                  </p:nvSpPr>
                  <p:spPr>
                    <a:xfrm flipH="1">
                      <a:off x="10655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" name="AutoShape 79"/>
                    <p:cNvSpPr/>
                    <p:nvPr/>
                  </p:nvSpPr>
                  <p:spPr>
                    <a:xfrm flipH="1">
                      <a:off x="11074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0" name="AutoShape 80"/>
                    <p:cNvSpPr/>
                    <p:nvPr/>
                  </p:nvSpPr>
                  <p:spPr>
                    <a:xfrm flipH="1">
                      <a:off x="11455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1" name="Group 81"/>
                  <p:cNvGrpSpPr/>
                  <p:nvPr/>
                </p:nvGrpSpPr>
                <p:grpSpPr>
                  <a:xfrm>
                    <a:off x="10008010" y="13362039"/>
                    <a:ext cx="1562100" cy="63449"/>
                    <a:chOff x="10008010" y="13362039"/>
                    <a:chExt cx="1562100" cy="195211"/>
                  </a:xfrm>
                </p:grpSpPr>
                <p:sp>
                  <p:nvSpPr>
                    <p:cNvPr id="82" name="AutoShape 82"/>
                    <p:cNvSpPr/>
                    <p:nvPr/>
                  </p:nvSpPr>
                  <p:spPr>
                    <a:xfrm flipH="1">
                      <a:off x="10008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" name="AutoShape 83"/>
                    <p:cNvSpPr/>
                    <p:nvPr/>
                  </p:nvSpPr>
                  <p:spPr>
                    <a:xfrm flipH="1">
                      <a:off x="10046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" name="AutoShape 84"/>
                    <p:cNvSpPr/>
                    <p:nvPr/>
                  </p:nvSpPr>
                  <p:spPr>
                    <a:xfrm flipH="1">
                      <a:off x="10084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" name="AutoShape 85"/>
                    <p:cNvSpPr/>
                    <p:nvPr/>
                  </p:nvSpPr>
                  <p:spPr>
                    <a:xfrm flipH="1">
                      <a:off x="10122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" name="AutoShape 86"/>
                    <p:cNvSpPr/>
                    <p:nvPr/>
                  </p:nvSpPr>
                  <p:spPr>
                    <a:xfrm flipH="1">
                      <a:off x="10160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" name="AutoShape 87"/>
                    <p:cNvSpPr/>
                    <p:nvPr/>
                  </p:nvSpPr>
                  <p:spPr>
                    <a:xfrm flipH="1">
                      <a:off x="10198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" name="AutoShape 88"/>
                    <p:cNvSpPr/>
                    <p:nvPr/>
                  </p:nvSpPr>
                  <p:spPr>
                    <a:xfrm flipH="1">
                      <a:off x="10274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" name="AutoShape 89"/>
                    <p:cNvSpPr/>
                    <p:nvPr/>
                  </p:nvSpPr>
                  <p:spPr>
                    <a:xfrm flipH="1">
                      <a:off x="10312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 flipH="1">
                      <a:off x="10350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 flipH="1">
                      <a:off x="10389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 flipH="1">
                      <a:off x="10427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3" name="AutoShape 93"/>
                    <p:cNvSpPr/>
                    <p:nvPr/>
                  </p:nvSpPr>
                  <p:spPr>
                    <a:xfrm flipH="1">
                      <a:off x="10465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4" name="AutoShape 94"/>
                    <p:cNvSpPr/>
                    <p:nvPr/>
                  </p:nvSpPr>
                  <p:spPr>
                    <a:xfrm flipH="1">
                      <a:off x="10503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5" name="AutoShape 95"/>
                    <p:cNvSpPr/>
                    <p:nvPr/>
                  </p:nvSpPr>
                  <p:spPr>
                    <a:xfrm flipH="1">
                      <a:off x="10541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" name="AutoShape 96"/>
                    <p:cNvSpPr/>
                    <p:nvPr/>
                  </p:nvSpPr>
                  <p:spPr>
                    <a:xfrm flipH="1">
                      <a:off x="10579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" name="AutoShape 97"/>
                    <p:cNvSpPr/>
                    <p:nvPr/>
                  </p:nvSpPr>
                  <p:spPr>
                    <a:xfrm flipH="1">
                      <a:off x="10617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8" name="AutoShape 98"/>
                    <p:cNvSpPr/>
                    <p:nvPr/>
                  </p:nvSpPr>
                  <p:spPr>
                    <a:xfrm flipH="1">
                      <a:off x="10693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9" name="AutoShape 99"/>
                    <p:cNvSpPr/>
                    <p:nvPr/>
                  </p:nvSpPr>
                  <p:spPr>
                    <a:xfrm flipH="1">
                      <a:off x="10731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" name="AutoShape 100"/>
                    <p:cNvSpPr/>
                    <p:nvPr/>
                  </p:nvSpPr>
                  <p:spPr>
                    <a:xfrm flipH="1">
                      <a:off x="10770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1" name="AutoShape 101"/>
                    <p:cNvSpPr/>
                    <p:nvPr/>
                  </p:nvSpPr>
                  <p:spPr>
                    <a:xfrm flipH="1">
                      <a:off x="10808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" name="AutoShape 102"/>
                    <p:cNvSpPr/>
                    <p:nvPr/>
                  </p:nvSpPr>
                  <p:spPr>
                    <a:xfrm flipH="1">
                      <a:off x="10846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" name="AutoShape 103"/>
                    <p:cNvSpPr/>
                    <p:nvPr/>
                  </p:nvSpPr>
                  <p:spPr>
                    <a:xfrm flipH="1">
                      <a:off x="10884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4" name="AutoShape 104"/>
                    <p:cNvSpPr/>
                    <p:nvPr/>
                  </p:nvSpPr>
                  <p:spPr>
                    <a:xfrm flipH="1">
                      <a:off x="10922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5" name="AutoShape 105"/>
                    <p:cNvSpPr/>
                    <p:nvPr/>
                  </p:nvSpPr>
                  <p:spPr>
                    <a:xfrm flipH="1">
                      <a:off x="10960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6" name="AutoShape 106"/>
                    <p:cNvSpPr/>
                    <p:nvPr/>
                  </p:nvSpPr>
                  <p:spPr>
                    <a:xfrm flipH="1">
                      <a:off x="10998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7" name="AutoShape 107"/>
                    <p:cNvSpPr/>
                    <p:nvPr/>
                  </p:nvSpPr>
                  <p:spPr>
                    <a:xfrm flipH="1">
                      <a:off x="11036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8" name="AutoShape 108"/>
                    <p:cNvSpPr/>
                    <p:nvPr/>
                  </p:nvSpPr>
                  <p:spPr>
                    <a:xfrm flipH="1">
                      <a:off x="11112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9" name="AutoShape 109"/>
                    <p:cNvSpPr/>
                    <p:nvPr/>
                  </p:nvSpPr>
                  <p:spPr>
                    <a:xfrm flipH="1">
                      <a:off x="11151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0" name="AutoShape 110"/>
                    <p:cNvSpPr/>
                    <p:nvPr/>
                  </p:nvSpPr>
                  <p:spPr>
                    <a:xfrm flipH="1">
                      <a:off x="11189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1" name="AutoShape 111"/>
                    <p:cNvSpPr/>
                    <p:nvPr/>
                  </p:nvSpPr>
                  <p:spPr>
                    <a:xfrm flipH="1">
                      <a:off x="11227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2" name="AutoShape 112"/>
                    <p:cNvSpPr/>
                    <p:nvPr/>
                  </p:nvSpPr>
                  <p:spPr>
                    <a:xfrm flipH="1">
                      <a:off x="11265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" name="AutoShape 113"/>
                    <p:cNvSpPr/>
                    <p:nvPr/>
                  </p:nvSpPr>
                  <p:spPr>
                    <a:xfrm flipH="1">
                      <a:off x="11303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4" name="AutoShape 114"/>
                    <p:cNvSpPr/>
                    <p:nvPr/>
                  </p:nvSpPr>
                  <p:spPr>
                    <a:xfrm flipH="1">
                      <a:off x="11341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5" name="AutoShape 115"/>
                    <p:cNvSpPr/>
                    <p:nvPr/>
                  </p:nvSpPr>
                  <p:spPr>
                    <a:xfrm flipH="1">
                      <a:off x="11379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6" name="AutoShape 116"/>
                    <p:cNvSpPr/>
                    <p:nvPr/>
                  </p:nvSpPr>
                  <p:spPr>
                    <a:xfrm flipH="1">
                      <a:off x="11417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 flipH="1">
                      <a:off x="11493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8" name="AutoShape 118"/>
                    <p:cNvSpPr/>
                    <p:nvPr/>
                  </p:nvSpPr>
                  <p:spPr>
                    <a:xfrm flipH="1">
                      <a:off x="11532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9" name="AutoShape 119"/>
                    <p:cNvSpPr/>
                    <p:nvPr/>
                  </p:nvSpPr>
                  <p:spPr>
                    <a:xfrm flipH="1">
                      <a:off x="11570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0F0F0">
                <a:alpha val="100000"/>
                <a:lumMod val="60000"/>
                <a:lumOff val="4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00000"/>
              <a:lumMod val="75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7996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t="-7917" b="-7917"/>
              </a:stretch>
            </a:blip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rot="5400000">
              <a:off x="2667000" y="-2667000"/>
              <a:ext cx="6858000" cy="12192000"/>
            </a:xfrm>
            <a:prstGeom prst="rect">
              <a:avLst/>
            </a:prstGeom>
            <a:solidFill>
              <a:srgbClr val="000000">
                <a:alpha val="7215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548836" y="383368"/>
              <a:ext cx="1336520" cy="1203977"/>
              <a:chOff x="6936389" y="1324918"/>
              <a:chExt cx="3860684" cy="3477818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7675904" y="2326489"/>
                <a:ext cx="3121169" cy="873463"/>
                <a:chOff x="7675904" y="2326489"/>
                <a:chExt cx="3121169" cy="873463"/>
              </a:xfrm>
              <a:solidFill>
                <a:srgbClr val="11E1CE">
                  <a:alpha val="20000"/>
                </a:srgbClr>
              </a:solidFill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7914650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" name="AutoShape 8"/>
                <p:cNvSpPr/>
                <p:nvPr/>
              </p:nvSpPr>
              <p:spPr>
                <a:xfrm>
                  <a:off x="8101004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96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" name="AutoShape 9"/>
                <p:cNvSpPr/>
                <p:nvPr/>
              </p:nvSpPr>
              <p:spPr>
                <a:xfrm>
                  <a:off x="7728327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" name="AutoShape 10"/>
                <p:cNvSpPr/>
                <p:nvPr/>
              </p:nvSpPr>
              <p:spPr>
                <a:xfrm>
                  <a:off x="8475133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" name="AutoShape 11"/>
                <p:cNvSpPr/>
                <p:nvPr/>
              </p:nvSpPr>
              <p:spPr>
                <a:xfrm>
                  <a:off x="8661471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" name="AutoShape 12"/>
                <p:cNvSpPr/>
                <p:nvPr/>
              </p:nvSpPr>
              <p:spPr>
                <a:xfrm>
                  <a:off x="7675904" y="2326489"/>
                  <a:ext cx="457104" cy="457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8" h="29908">
                      <a:moveTo>
                        <a:pt x="23908" y="0"/>
                      </a:moveTo>
                      <a:lnTo>
                        <a:pt x="0" y="23908"/>
                      </a:lnTo>
                      <a:lnTo>
                        <a:pt x="0" y="29909"/>
                      </a:lnTo>
                      <a:lnTo>
                        <a:pt x="29909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AutoShape 13"/>
                <p:cNvSpPr/>
                <p:nvPr/>
              </p:nvSpPr>
              <p:spPr>
                <a:xfrm>
                  <a:off x="7675904" y="2326489"/>
                  <a:ext cx="84427" cy="84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4" h="5524">
                      <a:moveTo>
                        <a:pt x="0" y="0"/>
                      </a:moveTo>
                      <a:lnTo>
                        <a:pt x="0" y="5524"/>
                      </a:lnTo>
                      <a:lnTo>
                        <a:pt x="5524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>
                  <a:off x="7675904" y="2326489"/>
                  <a:ext cx="831233" cy="831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86" h="54386">
                      <a:moveTo>
                        <a:pt x="48387" y="0"/>
                      </a:moveTo>
                      <a:lnTo>
                        <a:pt x="0" y="48292"/>
                      </a:lnTo>
                      <a:lnTo>
                        <a:pt x="0" y="54388"/>
                      </a:lnTo>
                      <a:lnTo>
                        <a:pt x="54388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AutoShape 15"/>
                <p:cNvSpPr/>
                <p:nvPr/>
              </p:nvSpPr>
              <p:spPr>
                <a:xfrm>
                  <a:off x="7675904" y="2326489"/>
                  <a:ext cx="270765" cy="270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6" h="17716">
                      <a:moveTo>
                        <a:pt x="11716" y="0"/>
                      </a:moveTo>
                      <a:lnTo>
                        <a:pt x="0" y="11716"/>
                      </a:lnTo>
                      <a:lnTo>
                        <a:pt x="0" y="17716"/>
                      </a:lnTo>
                      <a:lnTo>
                        <a:pt x="17717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AutoShape 16"/>
                <p:cNvSpPr/>
                <p:nvPr/>
              </p:nvSpPr>
              <p:spPr>
                <a:xfrm>
                  <a:off x="7675904" y="2326489"/>
                  <a:ext cx="643442" cy="643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0" h="42100">
                      <a:moveTo>
                        <a:pt x="36100" y="0"/>
                      </a:moveTo>
                      <a:lnTo>
                        <a:pt x="0" y="36100"/>
                      </a:lnTo>
                      <a:lnTo>
                        <a:pt x="0" y="42101"/>
                      </a:lnTo>
                      <a:lnTo>
                        <a:pt x="4210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AutoShape 17"/>
                <p:cNvSpPr/>
                <p:nvPr/>
              </p:nvSpPr>
              <p:spPr>
                <a:xfrm>
                  <a:off x="8288795" y="2326489"/>
                  <a:ext cx="963711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55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056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10341421" y="2744283"/>
                  <a:ext cx="455652" cy="455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13" h="29813">
                      <a:moveTo>
                        <a:pt x="6001" y="29813"/>
                      </a:moveTo>
                      <a:lnTo>
                        <a:pt x="29813" y="6001"/>
                      </a:lnTo>
                      <a:lnTo>
                        <a:pt x="29813" y="0"/>
                      </a:lnTo>
                      <a:lnTo>
                        <a:pt x="0" y="29813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AutoShape 19"/>
                <p:cNvSpPr/>
                <p:nvPr/>
              </p:nvSpPr>
              <p:spPr>
                <a:xfrm>
                  <a:off x="10153631" y="2557945"/>
                  <a:ext cx="643442" cy="641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0" h="42005">
                      <a:moveTo>
                        <a:pt x="6001" y="42005"/>
                      </a:moveTo>
                      <a:lnTo>
                        <a:pt x="42101" y="6001"/>
                      </a:lnTo>
                      <a:lnTo>
                        <a:pt x="42101" y="0"/>
                      </a:lnTo>
                      <a:lnTo>
                        <a:pt x="0" y="42005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AutoShape 20"/>
                <p:cNvSpPr/>
                <p:nvPr/>
              </p:nvSpPr>
              <p:spPr>
                <a:xfrm>
                  <a:off x="9967292" y="2371606"/>
                  <a:ext cx="829781" cy="828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2" h="54197">
                      <a:moveTo>
                        <a:pt x="0" y="54197"/>
                      </a:moveTo>
                      <a:lnTo>
                        <a:pt x="6001" y="54197"/>
                      </a:lnTo>
                      <a:lnTo>
                        <a:pt x="54293" y="6001"/>
                      </a:lnTo>
                      <a:lnTo>
                        <a:pt x="54293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AutoShape 21"/>
                <p:cNvSpPr/>
                <p:nvPr/>
              </p:nvSpPr>
              <p:spPr>
                <a:xfrm>
                  <a:off x="10714098" y="3116961"/>
                  <a:ext cx="82975" cy="8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" h="5429">
                      <a:moveTo>
                        <a:pt x="5429" y="5429"/>
                      </a:moveTo>
                      <a:lnTo>
                        <a:pt x="5429" y="0"/>
                      </a:lnTo>
                      <a:lnTo>
                        <a:pt x="0" y="5429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AutoShape 22"/>
                <p:cNvSpPr/>
                <p:nvPr/>
              </p:nvSpPr>
              <p:spPr>
                <a:xfrm>
                  <a:off x="10527760" y="2930622"/>
                  <a:ext cx="269313" cy="269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21" h="17621">
                      <a:moveTo>
                        <a:pt x="6001" y="17621"/>
                      </a:moveTo>
                      <a:lnTo>
                        <a:pt x="17621" y="6001"/>
                      </a:lnTo>
                      <a:lnTo>
                        <a:pt x="17621" y="0"/>
                      </a:lnTo>
                      <a:lnTo>
                        <a:pt x="0" y="17621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" name="AutoShape 23"/>
                <p:cNvSpPr/>
                <p:nvPr/>
              </p:nvSpPr>
              <p:spPr>
                <a:xfrm>
                  <a:off x="9594615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>
                  <a:off x="9034148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AutoShape 25"/>
                <p:cNvSpPr/>
                <p:nvPr/>
              </p:nvSpPr>
              <p:spPr>
                <a:xfrm>
                  <a:off x="9220487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96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>
                  <a:off x="9780954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AutoShape 27"/>
                <p:cNvSpPr/>
                <p:nvPr/>
              </p:nvSpPr>
              <p:spPr>
                <a:xfrm>
                  <a:off x="8847810" y="2326489"/>
                  <a:ext cx="965163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50" h="57150">
                      <a:moveTo>
                        <a:pt x="57150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151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AutoShape 28"/>
                <p:cNvSpPr/>
                <p:nvPr/>
              </p:nvSpPr>
              <p:spPr>
                <a:xfrm>
                  <a:off x="9408277" y="2326489"/>
                  <a:ext cx="963711" cy="87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55" h="57150">
                      <a:moveTo>
                        <a:pt x="57055" y="0"/>
                      </a:moveTo>
                      <a:lnTo>
                        <a:pt x="0" y="57150"/>
                      </a:lnTo>
                      <a:lnTo>
                        <a:pt x="6001" y="57150"/>
                      </a:lnTo>
                      <a:lnTo>
                        <a:pt x="63056" y="0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AutoShape 29"/>
                <p:cNvSpPr/>
                <p:nvPr/>
              </p:nvSpPr>
              <p:spPr>
                <a:xfrm>
                  <a:off x="8456212" y="2326489"/>
                  <a:ext cx="1560584" cy="145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07" h="9525">
                      <a:moveTo>
                        <a:pt x="0" y="0"/>
                      </a:moveTo>
                      <a:lnTo>
                        <a:pt x="102108" y="0"/>
                      </a:lnTo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8594498" y="3245435"/>
                <a:ext cx="580305" cy="580123"/>
                <a:chOff x="6075901" y="3440358"/>
                <a:chExt cx="37969" cy="37957"/>
              </a:xfrm>
              <a:solidFill>
                <a:srgbClr val="ED3F3C">
                  <a:alpha val="94901"/>
                </a:srgbClr>
              </a:solidFill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6075901" y="3440358"/>
                  <a:ext cx="10620" cy="10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0" h="10453">
                      <a:moveTo>
                        <a:pt x="5239" y="10454"/>
                      </a:moveTo>
                      <a:lnTo>
                        <a:pt x="5239" y="10454"/>
                      </a:lnTo>
                      <a:cubicBezTo>
                        <a:pt x="3810" y="10454"/>
                        <a:pt x="2476" y="9882"/>
                        <a:pt x="1524" y="8930"/>
                      </a:cubicBezTo>
                      <a:cubicBezTo>
                        <a:pt x="476" y="7882"/>
                        <a:pt x="0" y="6548"/>
                        <a:pt x="0" y="5215"/>
                      </a:cubicBezTo>
                      <a:cubicBezTo>
                        <a:pt x="0" y="3786"/>
                        <a:pt x="571" y="2453"/>
                        <a:pt x="1524" y="1500"/>
                      </a:cubicBezTo>
                      <a:cubicBezTo>
                        <a:pt x="3524" y="-500"/>
                        <a:pt x="7048" y="-500"/>
                        <a:pt x="9049" y="1500"/>
                      </a:cubicBezTo>
                      <a:cubicBezTo>
                        <a:pt x="11144" y="3596"/>
                        <a:pt x="11144" y="6929"/>
                        <a:pt x="9049" y="9025"/>
                      </a:cubicBezTo>
                      <a:cubicBezTo>
                        <a:pt x="8001" y="9977"/>
                        <a:pt x="6667" y="10454"/>
                        <a:pt x="5239" y="10454"/>
                      </a:cubicBezTo>
                      <a:close/>
                      <a:moveTo>
                        <a:pt x="5239" y="2548"/>
                      </a:moveTo>
                      <a:cubicBezTo>
                        <a:pt x="4572" y="2548"/>
                        <a:pt x="3905" y="2834"/>
                        <a:pt x="3429" y="3310"/>
                      </a:cubicBezTo>
                      <a:cubicBezTo>
                        <a:pt x="2953" y="3786"/>
                        <a:pt x="2667" y="4453"/>
                        <a:pt x="2667" y="5120"/>
                      </a:cubicBezTo>
                      <a:cubicBezTo>
                        <a:pt x="2667" y="5786"/>
                        <a:pt x="2953" y="6453"/>
                        <a:pt x="3429" y="6929"/>
                      </a:cubicBezTo>
                      <a:cubicBezTo>
                        <a:pt x="3905" y="7406"/>
                        <a:pt x="4572" y="7691"/>
                        <a:pt x="5239" y="7691"/>
                      </a:cubicBezTo>
                      <a:lnTo>
                        <a:pt x="5239" y="7691"/>
                      </a:lnTo>
                      <a:cubicBezTo>
                        <a:pt x="5905" y="7691"/>
                        <a:pt x="6572" y="7406"/>
                        <a:pt x="7048" y="6929"/>
                      </a:cubicBezTo>
                      <a:cubicBezTo>
                        <a:pt x="8096" y="5882"/>
                        <a:pt x="8096" y="4262"/>
                        <a:pt x="7048" y="3310"/>
                      </a:cubicBezTo>
                      <a:cubicBezTo>
                        <a:pt x="6572" y="2834"/>
                        <a:pt x="5905" y="2548"/>
                        <a:pt x="5239" y="2548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AutoShape 32"/>
                <p:cNvSpPr/>
                <p:nvPr/>
              </p:nvSpPr>
              <p:spPr>
                <a:xfrm>
                  <a:off x="6079568" y="3444001"/>
                  <a:ext cx="3119" cy="3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9" h="3084">
                      <a:moveTo>
                        <a:pt x="2619" y="429"/>
                      </a:moveTo>
                      <a:cubicBezTo>
                        <a:pt x="2048" y="-143"/>
                        <a:pt x="1095" y="-143"/>
                        <a:pt x="429" y="429"/>
                      </a:cubicBezTo>
                      <a:cubicBezTo>
                        <a:pt x="-143" y="1000"/>
                        <a:pt x="-143" y="1953"/>
                        <a:pt x="429" y="2619"/>
                      </a:cubicBezTo>
                      <a:cubicBezTo>
                        <a:pt x="1000" y="3286"/>
                        <a:pt x="1953" y="3191"/>
                        <a:pt x="2619" y="2619"/>
                      </a:cubicBezTo>
                      <a:cubicBezTo>
                        <a:pt x="3286" y="2048"/>
                        <a:pt x="3286" y="1095"/>
                        <a:pt x="2619" y="429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AutoShape 33"/>
                <p:cNvSpPr/>
                <p:nvPr/>
              </p:nvSpPr>
              <p:spPr>
                <a:xfrm>
                  <a:off x="6107453" y="3471886"/>
                  <a:ext cx="6417" cy="6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7" h="6429">
                      <a:moveTo>
                        <a:pt x="5501" y="929"/>
                      </a:moveTo>
                      <a:cubicBezTo>
                        <a:pt x="4262" y="-310"/>
                        <a:pt x="2262" y="-310"/>
                        <a:pt x="929" y="929"/>
                      </a:cubicBezTo>
                      <a:cubicBezTo>
                        <a:pt x="-310" y="2167"/>
                        <a:pt x="-310" y="4167"/>
                        <a:pt x="929" y="5501"/>
                      </a:cubicBezTo>
                      <a:cubicBezTo>
                        <a:pt x="2167" y="6739"/>
                        <a:pt x="4167" y="6739"/>
                        <a:pt x="5405" y="5501"/>
                      </a:cubicBezTo>
                      <a:cubicBezTo>
                        <a:pt x="6739" y="4167"/>
                        <a:pt x="6739" y="2167"/>
                        <a:pt x="5501" y="929"/>
                      </a:cubicBez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AutoShape 34"/>
                <p:cNvSpPr/>
                <p:nvPr/>
              </p:nvSpPr>
              <p:spPr>
                <a:xfrm rot="-2700000">
                  <a:off x="6094900" y="3442896"/>
                  <a:ext cx="2762" cy="35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" h="35432">
                      <a:moveTo>
                        <a:pt x="0" y="0"/>
                      </a:moveTo>
                      <a:lnTo>
                        <a:pt x="2762" y="0"/>
                      </a:lnTo>
                      <a:lnTo>
                        <a:pt x="2762" y="35433"/>
                      </a:lnTo>
                      <a:lnTo>
                        <a:pt x="0" y="35433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7138729" y="2075370"/>
                <a:ext cx="302800" cy="155756"/>
                <a:chOff x="5980651" y="3334797"/>
                <a:chExt cx="19812" cy="10191"/>
              </a:xfrm>
              <a:solidFill>
                <a:srgbClr val="FFFFFF">
                  <a:alpha val="20000"/>
                </a:srgbClr>
              </a:solidFill>
            </p:grpSpPr>
            <p:sp>
              <p:nvSpPr>
                <p:cNvPr id="36" name="AutoShape 36"/>
                <p:cNvSpPr/>
                <p:nvPr/>
              </p:nvSpPr>
              <p:spPr>
                <a:xfrm>
                  <a:off x="5980651" y="3334797"/>
                  <a:ext cx="19812" cy="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" h="2762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2762"/>
                      </a:lnTo>
                      <a:lnTo>
                        <a:pt x="0" y="2762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AutoShape 37"/>
                <p:cNvSpPr/>
                <p:nvPr/>
              </p:nvSpPr>
              <p:spPr>
                <a:xfrm>
                  <a:off x="5980651" y="3342227"/>
                  <a:ext cx="19812" cy="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" h="2762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2762"/>
                      </a:lnTo>
                      <a:lnTo>
                        <a:pt x="0" y="2762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AutoShape 38"/>
              <p:cNvSpPr/>
              <p:nvPr/>
            </p:nvSpPr>
            <p:spPr>
              <a:xfrm>
                <a:off x="6974231" y="1552018"/>
                <a:ext cx="42213" cy="3023633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197834">
                    <a:moveTo>
                      <a:pt x="0" y="0"/>
                    </a:moveTo>
                    <a:lnTo>
                      <a:pt x="2762" y="0"/>
                    </a:lnTo>
                    <a:lnTo>
                      <a:pt x="2762" y="197834"/>
                    </a:lnTo>
                    <a:lnTo>
                      <a:pt x="0" y="197834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6936389" y="1324918"/>
                <a:ext cx="116507" cy="116462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620">
                    <a:moveTo>
                      <a:pt x="0" y="3810"/>
                    </a:moveTo>
                    <a:cubicBezTo>
                      <a:pt x="0" y="5906"/>
                      <a:pt x="1715" y="7620"/>
                      <a:pt x="3810" y="7620"/>
                    </a:cubicBezTo>
                    <a:cubicBezTo>
                      <a:pt x="5906" y="7620"/>
                      <a:pt x="7620" y="5906"/>
                      <a:pt x="7620" y="3810"/>
                    </a:cubicBezTo>
                    <a:cubicBezTo>
                      <a:pt x="7715" y="1715"/>
                      <a:pt x="6001" y="0"/>
                      <a:pt x="3810" y="0"/>
                    </a:cubicBezTo>
                    <a:cubicBezTo>
                      <a:pt x="1715" y="0"/>
                      <a:pt x="0" y="1715"/>
                      <a:pt x="0" y="3810"/>
                    </a:cubicBezTo>
                    <a:close/>
                  </a:path>
                </a:pathLst>
              </a:custGeom>
              <a:ln w="3175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6936389" y="4686290"/>
                <a:ext cx="116462" cy="116446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619">
                    <a:moveTo>
                      <a:pt x="0" y="3810"/>
                    </a:moveTo>
                    <a:cubicBezTo>
                      <a:pt x="0" y="5905"/>
                      <a:pt x="1715" y="7620"/>
                      <a:pt x="3810" y="7620"/>
                    </a:cubicBezTo>
                    <a:cubicBezTo>
                      <a:pt x="5906" y="7620"/>
                      <a:pt x="7620" y="5905"/>
                      <a:pt x="7620" y="3810"/>
                    </a:cubicBezTo>
                    <a:cubicBezTo>
                      <a:pt x="7620" y="1715"/>
                      <a:pt x="5906" y="0"/>
                      <a:pt x="3810" y="0"/>
                    </a:cubicBezTo>
                    <a:cubicBezTo>
                      <a:pt x="1715" y="0"/>
                      <a:pt x="0" y="1715"/>
                      <a:pt x="0" y="3810"/>
                    </a:cubicBezTo>
                    <a:close/>
                  </a:path>
                </a:pathLst>
              </a:custGeom>
              <a:ln w="3175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AutoShape 41"/>
              <p:cNvSpPr/>
              <p:nvPr/>
            </p:nvSpPr>
            <p:spPr>
              <a:xfrm>
                <a:off x="6948035" y="1710694"/>
                <a:ext cx="93154" cy="885109"/>
              </a:xfrm>
              <a:custGeom>
                <a:avLst/>
                <a:gdLst/>
                <a:ahLst/>
                <a:cxnLst/>
                <a:rect l="l" t="t" r="r" b="b"/>
                <a:pathLst>
                  <a:path w="6095" h="57911">
                    <a:moveTo>
                      <a:pt x="0" y="0"/>
                    </a:moveTo>
                    <a:lnTo>
                      <a:pt x="6096" y="0"/>
                    </a:lnTo>
                    <a:lnTo>
                      <a:pt x="6096" y="57912"/>
                    </a:lnTo>
                    <a:lnTo>
                      <a:pt x="0" y="57912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7166393" y="2467694"/>
                <a:ext cx="441087" cy="592487"/>
                <a:chOff x="5982461" y="3389471"/>
                <a:chExt cx="28860" cy="38766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43" name="AutoShape 43"/>
                <p:cNvSpPr/>
                <p:nvPr/>
              </p:nvSpPr>
              <p:spPr>
                <a:xfrm>
                  <a:off x="6000559" y="3391947"/>
                  <a:ext cx="10763" cy="3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3" h="33813">
                      <a:moveTo>
                        <a:pt x="0" y="0"/>
                      </a:moveTo>
                      <a:lnTo>
                        <a:pt x="10763" y="0"/>
                      </a:lnTo>
                      <a:lnTo>
                        <a:pt x="10763" y="33814"/>
                      </a:lnTo>
                      <a:lnTo>
                        <a:pt x="0" y="33814"/>
                      </a:lnTo>
                      <a:lnTo>
                        <a:pt x="0" y="32480"/>
                      </a:lnTo>
                      <a:lnTo>
                        <a:pt x="9430" y="32480"/>
                      </a:lnTo>
                      <a:lnTo>
                        <a:pt x="9430" y="1238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AutoShape 44"/>
                <p:cNvSpPr/>
                <p:nvPr/>
              </p:nvSpPr>
              <p:spPr>
                <a:xfrm>
                  <a:off x="6000559" y="3426904"/>
                  <a:ext cx="10096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6" h="1333">
                      <a:moveTo>
                        <a:pt x="0" y="0"/>
                      </a:moveTo>
                      <a:lnTo>
                        <a:pt x="10097" y="0"/>
                      </a:lnTo>
                      <a:lnTo>
                        <a:pt x="10097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AutoShape 45"/>
                <p:cNvSpPr/>
                <p:nvPr/>
              </p:nvSpPr>
              <p:spPr>
                <a:xfrm>
                  <a:off x="5982461" y="3426904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AutoShape 46"/>
                <p:cNvSpPr/>
                <p:nvPr/>
              </p:nvSpPr>
              <p:spPr>
                <a:xfrm>
                  <a:off x="5982461" y="3423666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3"/>
                      </a:lnTo>
                      <a:lnTo>
                        <a:pt x="0" y="1333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AutoShape 47"/>
                <p:cNvSpPr/>
                <p:nvPr/>
              </p:nvSpPr>
              <p:spPr>
                <a:xfrm>
                  <a:off x="5982461" y="3417284"/>
                  <a:ext cx="6953" cy="1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1333">
                      <a:moveTo>
                        <a:pt x="0" y="0"/>
                      </a:moveTo>
                      <a:lnTo>
                        <a:pt x="6953" y="0"/>
                      </a:lnTo>
                      <a:lnTo>
                        <a:pt x="6953" y="1334"/>
                      </a:lnTo>
                      <a:lnTo>
                        <a:pt x="0" y="133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AutoShape 48"/>
                <p:cNvSpPr/>
                <p:nvPr/>
              </p:nvSpPr>
              <p:spPr>
                <a:xfrm>
                  <a:off x="6000559" y="3389471"/>
                  <a:ext cx="10096" cy="1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6" h="1238">
                      <a:moveTo>
                        <a:pt x="0" y="0"/>
                      </a:moveTo>
                      <a:lnTo>
                        <a:pt x="10097" y="0"/>
                      </a:lnTo>
                      <a:lnTo>
                        <a:pt x="10097" y="1238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7795285" y="3287297"/>
                <a:ext cx="215439" cy="186323"/>
                <a:chOff x="6023609" y="3443097"/>
                <a:chExt cx="14096" cy="12191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50" name="AutoShape 50"/>
                <p:cNvSpPr/>
                <p:nvPr/>
              </p:nvSpPr>
              <p:spPr>
                <a:xfrm>
                  <a:off x="6035039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AutoShape 51"/>
                <p:cNvSpPr/>
                <p:nvPr/>
              </p:nvSpPr>
              <p:spPr>
                <a:xfrm>
                  <a:off x="6029324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AutoShape 52"/>
                <p:cNvSpPr/>
                <p:nvPr/>
              </p:nvSpPr>
              <p:spPr>
                <a:xfrm>
                  <a:off x="6023609" y="3443097"/>
                  <a:ext cx="2667" cy="12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" h="12191">
                      <a:moveTo>
                        <a:pt x="0" y="0"/>
                      </a:moveTo>
                      <a:lnTo>
                        <a:pt x="2667" y="0"/>
                      </a:lnTo>
                      <a:lnTo>
                        <a:pt x="2667" y="12192"/>
                      </a:lnTo>
                      <a:lnTo>
                        <a:pt x="0" y="1219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Group 53"/>
              <p:cNvGrpSpPr/>
              <p:nvPr/>
            </p:nvGrpSpPr>
            <p:grpSpPr>
              <a:xfrm>
                <a:off x="10150712" y="1980007"/>
                <a:ext cx="362483" cy="126641"/>
                <a:chOff x="6177723" y="3357562"/>
                <a:chExt cx="23717" cy="8286"/>
              </a:xfrm>
            </p:grpSpPr>
            <p:sp>
              <p:nvSpPr>
                <p:cNvPr id="54" name="AutoShape 54"/>
                <p:cNvSpPr/>
                <p:nvPr/>
              </p:nvSpPr>
              <p:spPr>
                <a:xfrm>
                  <a:off x="6177723" y="3357562"/>
                  <a:ext cx="8191" cy="8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0" h="8286">
                      <a:moveTo>
                        <a:pt x="0" y="4191"/>
                      </a:moveTo>
                      <a:cubicBezTo>
                        <a:pt x="0" y="6477"/>
                        <a:pt x="1810" y="8287"/>
                        <a:pt x="4096" y="8287"/>
                      </a:cubicBezTo>
                      <a:cubicBezTo>
                        <a:pt x="6382" y="8287"/>
                        <a:pt x="8192" y="6477"/>
                        <a:pt x="8192" y="4191"/>
                      </a:cubicBezTo>
                      <a:cubicBezTo>
                        <a:pt x="8192" y="1905"/>
                        <a:pt x="6286" y="0"/>
                        <a:pt x="4096" y="0"/>
                      </a:cubicBezTo>
                      <a:cubicBezTo>
                        <a:pt x="1810" y="0"/>
                        <a:pt x="0" y="1905"/>
                        <a:pt x="0" y="4191"/>
                      </a:cubicBezTo>
                      <a:close/>
                    </a:path>
                  </a:pathLst>
                </a:cu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AutoShape 55"/>
                <p:cNvSpPr/>
                <p:nvPr/>
              </p:nvSpPr>
              <p:spPr>
                <a:xfrm>
                  <a:off x="6193154" y="3357562"/>
                  <a:ext cx="8286" cy="8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6" h="8286">
                      <a:moveTo>
                        <a:pt x="0" y="4191"/>
                      </a:moveTo>
                      <a:cubicBezTo>
                        <a:pt x="0" y="6477"/>
                        <a:pt x="1810" y="8287"/>
                        <a:pt x="4191" y="8287"/>
                      </a:cubicBezTo>
                      <a:cubicBezTo>
                        <a:pt x="6477" y="8287"/>
                        <a:pt x="8287" y="6477"/>
                        <a:pt x="8287" y="4191"/>
                      </a:cubicBezTo>
                      <a:cubicBezTo>
                        <a:pt x="8287" y="1905"/>
                        <a:pt x="6477" y="0"/>
                        <a:pt x="4191" y="0"/>
                      </a:cubicBezTo>
                      <a:cubicBezTo>
                        <a:pt x="1810" y="0"/>
                        <a:pt x="0" y="1905"/>
                        <a:pt x="0" y="4191"/>
                      </a:cubicBezTo>
                      <a:close/>
                    </a:path>
                  </a:pathLst>
                </a:cu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6" name="Group 56"/>
            <p:cNvGrpSpPr/>
            <p:nvPr/>
          </p:nvGrpSpPr>
          <p:grpSpPr>
            <a:xfrm>
              <a:off x="10562751" y="533065"/>
              <a:ext cx="1159859" cy="1097479"/>
              <a:chOff x="10562751" y="533065"/>
              <a:chExt cx="1159859" cy="1097479"/>
            </a:xfrm>
          </p:grpSpPr>
          <p:sp>
            <p:nvSpPr>
              <p:cNvPr id="57" name="AutoShape 57"/>
              <p:cNvSpPr/>
              <p:nvPr/>
            </p:nvSpPr>
            <p:spPr>
              <a:xfrm>
                <a:off x="10562751" y="574127"/>
                <a:ext cx="1159859" cy="1056417"/>
              </a:xfrm>
              <a:custGeom>
                <a:avLst/>
                <a:gdLst/>
                <a:ahLst/>
                <a:cxnLst/>
                <a:rect l="l" t="t" r="r" b="b"/>
                <a:pathLst>
                  <a:path w="1159859" h="1056417">
                    <a:moveTo>
                      <a:pt x="0" y="0"/>
                    </a:moveTo>
                    <a:lnTo>
                      <a:pt x="194310" y="0"/>
                    </a:lnTo>
                    <a:lnTo>
                      <a:pt x="195167" y="43625"/>
                    </a:lnTo>
                    <a:lnTo>
                      <a:pt x="506540" y="43625"/>
                    </a:lnTo>
                    <a:lnTo>
                      <a:pt x="538067" y="0"/>
                    </a:lnTo>
                    <a:lnTo>
                      <a:pt x="964978" y="0"/>
                    </a:lnTo>
                    <a:lnTo>
                      <a:pt x="1159859" y="156401"/>
                    </a:lnTo>
                    <a:lnTo>
                      <a:pt x="1159859" y="223742"/>
                    </a:lnTo>
                    <a:lnTo>
                      <a:pt x="1116521" y="223742"/>
                    </a:lnTo>
                    <a:lnTo>
                      <a:pt x="1116521" y="1056418"/>
                    </a:lnTo>
                    <a:lnTo>
                      <a:pt x="1017842" y="1056418"/>
                    </a:lnTo>
                    <a:lnTo>
                      <a:pt x="1017842" y="664178"/>
                    </a:lnTo>
                    <a:lnTo>
                      <a:pt x="952881" y="601599"/>
                    </a:lnTo>
                    <a:lnTo>
                      <a:pt x="952881" y="137160"/>
                    </a:lnTo>
                    <a:lnTo>
                      <a:pt x="806101" y="137160"/>
                    </a:lnTo>
                    <a:lnTo>
                      <a:pt x="750761" y="89059"/>
                    </a:lnTo>
                    <a:lnTo>
                      <a:pt x="596741" y="89059"/>
                    </a:lnTo>
                    <a:lnTo>
                      <a:pt x="531781" y="134779"/>
                    </a:lnTo>
                    <a:lnTo>
                      <a:pt x="142018" y="134779"/>
                    </a:lnTo>
                    <a:close/>
                  </a:path>
                </a:pathLst>
              </a:custGeom>
              <a:ln w="3175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11418649" y="836718"/>
                <a:ext cx="199417" cy="297278"/>
              </a:xfrm>
              <a:prstGeom prst="rect">
                <a:avLst/>
              </a:prstGeom>
              <a:solidFill>
                <a:srgbClr val="11E1CE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AutoShape 59"/>
              <p:cNvSpPr/>
              <p:nvPr/>
            </p:nvSpPr>
            <p:spPr>
              <a:xfrm>
                <a:off x="11391865" y="855234"/>
                <a:ext cx="90656" cy="135144"/>
              </a:xfrm>
              <a:prstGeom prst="rect">
                <a:avLst/>
              </a:prstGeom>
              <a:solidFill>
                <a:srgbClr val="ED3F3C">
                  <a:alpha val="9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AutoShape 60"/>
              <p:cNvSpPr/>
              <p:nvPr/>
            </p:nvSpPr>
            <p:spPr>
              <a:xfrm>
                <a:off x="10789895" y="533065"/>
                <a:ext cx="270335" cy="50431"/>
              </a:xfrm>
              <a:prstGeom prst="rect">
                <a:avLst/>
              </a:prstGeom>
              <a:solidFill>
                <a:srgbClr val="ED3F3C">
                  <a:alpha val="9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14351" y="4185996"/>
              <a:ext cx="11104006" cy="2212755"/>
              <a:chOff x="414351" y="4185996"/>
              <a:chExt cx="11104006" cy="2212755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11356153" y="6130614"/>
                <a:ext cx="162204" cy="139273"/>
                <a:chOff x="6030562" y="3470433"/>
                <a:chExt cx="27622" cy="23717"/>
              </a:xfrm>
              <a:solidFill>
                <a:srgbClr val="ED3F3C">
                  <a:alpha val="94901"/>
                </a:srgbClr>
              </a:solidFill>
            </p:grpSpPr>
            <p:sp>
              <p:nvSpPr>
                <p:cNvPr id="63" name="AutoShape 63"/>
                <p:cNvSpPr/>
                <p:nvPr/>
              </p:nvSpPr>
              <p:spPr>
                <a:xfrm>
                  <a:off x="6054089" y="3475482"/>
                  <a:ext cx="409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13716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AutoShape 64"/>
                <p:cNvSpPr/>
                <p:nvPr/>
              </p:nvSpPr>
              <p:spPr>
                <a:xfrm>
                  <a:off x="6046279" y="3470433"/>
                  <a:ext cx="4095" cy="2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23717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23717"/>
                      </a:lnTo>
                      <a:lnTo>
                        <a:pt x="0" y="23717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AutoShape 65"/>
                <p:cNvSpPr/>
                <p:nvPr/>
              </p:nvSpPr>
              <p:spPr>
                <a:xfrm>
                  <a:off x="6038373" y="3470433"/>
                  <a:ext cx="4095" cy="2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23717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23717"/>
                      </a:lnTo>
                      <a:lnTo>
                        <a:pt x="0" y="23717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AutoShape 66"/>
                <p:cNvSpPr/>
                <p:nvPr/>
              </p:nvSpPr>
              <p:spPr>
                <a:xfrm>
                  <a:off x="6030562" y="3475482"/>
                  <a:ext cx="409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13716">
                      <a:moveTo>
                        <a:pt x="0" y="0"/>
                      </a:moveTo>
                      <a:lnTo>
                        <a:pt x="4096" y="0"/>
                      </a:lnTo>
                      <a:lnTo>
                        <a:pt x="4096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grpFill/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67"/>
              <p:cNvGrpSpPr/>
              <p:nvPr/>
            </p:nvGrpSpPr>
            <p:grpSpPr>
              <a:xfrm>
                <a:off x="414351" y="4185996"/>
                <a:ext cx="2995881" cy="2212755"/>
                <a:chOff x="414351" y="4185996"/>
                <a:chExt cx="2995881" cy="2212755"/>
              </a:xfrm>
            </p:grpSpPr>
            <p:grpSp>
              <p:nvGrpSpPr>
                <p:cNvPr id="68" name="Group 68"/>
                <p:cNvGrpSpPr/>
                <p:nvPr/>
              </p:nvGrpSpPr>
              <p:grpSpPr>
                <a:xfrm rot="5400000" flipV="1">
                  <a:off x="383161" y="5270082"/>
                  <a:ext cx="1159859" cy="1097479"/>
                  <a:chOff x="10562751" y="533065"/>
                  <a:chExt cx="1159859" cy="1097479"/>
                </a:xfrm>
              </p:grpSpPr>
              <p:sp>
                <p:nvSpPr>
                  <p:cNvPr id="69" name="AutoShape 69"/>
                  <p:cNvSpPr/>
                  <p:nvPr/>
                </p:nvSpPr>
                <p:spPr>
                  <a:xfrm>
                    <a:off x="10562751" y="574127"/>
                    <a:ext cx="1159859" cy="1056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9859" h="1056417">
                        <a:moveTo>
                          <a:pt x="0" y="0"/>
                        </a:moveTo>
                        <a:lnTo>
                          <a:pt x="194310" y="0"/>
                        </a:lnTo>
                        <a:lnTo>
                          <a:pt x="195167" y="43625"/>
                        </a:lnTo>
                        <a:lnTo>
                          <a:pt x="506540" y="43625"/>
                        </a:lnTo>
                        <a:lnTo>
                          <a:pt x="538067" y="0"/>
                        </a:lnTo>
                        <a:lnTo>
                          <a:pt x="964978" y="0"/>
                        </a:lnTo>
                        <a:lnTo>
                          <a:pt x="1159859" y="156401"/>
                        </a:lnTo>
                        <a:lnTo>
                          <a:pt x="1159859" y="223742"/>
                        </a:lnTo>
                        <a:lnTo>
                          <a:pt x="1116521" y="223742"/>
                        </a:lnTo>
                        <a:lnTo>
                          <a:pt x="1116521" y="1056418"/>
                        </a:lnTo>
                        <a:lnTo>
                          <a:pt x="1017842" y="1056418"/>
                        </a:lnTo>
                        <a:lnTo>
                          <a:pt x="1017842" y="664178"/>
                        </a:lnTo>
                        <a:lnTo>
                          <a:pt x="952881" y="601599"/>
                        </a:lnTo>
                        <a:lnTo>
                          <a:pt x="952881" y="137160"/>
                        </a:lnTo>
                        <a:lnTo>
                          <a:pt x="806101" y="137160"/>
                        </a:lnTo>
                        <a:lnTo>
                          <a:pt x="750761" y="89059"/>
                        </a:lnTo>
                        <a:lnTo>
                          <a:pt x="596741" y="89059"/>
                        </a:lnTo>
                        <a:lnTo>
                          <a:pt x="531781" y="134779"/>
                        </a:lnTo>
                        <a:lnTo>
                          <a:pt x="142018" y="134779"/>
                        </a:lnTo>
                        <a:close/>
                      </a:path>
                    </a:pathLst>
                  </a:custGeom>
                  <a:ln w="3175">
                    <a:solidFill>
                      <a:srgbClr val="000000">
                        <a:alpha val="50196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AutoShape 70"/>
                  <p:cNvSpPr/>
                  <p:nvPr/>
                </p:nvSpPr>
                <p:spPr>
                  <a:xfrm>
                    <a:off x="11418649" y="836718"/>
                    <a:ext cx="199417" cy="297278"/>
                  </a:xfrm>
                  <a:prstGeom prst="rect">
                    <a:avLst/>
                  </a:prstGeom>
                  <a:solidFill>
                    <a:srgbClr val="11E1CE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AutoShape 71"/>
                  <p:cNvSpPr/>
                  <p:nvPr/>
                </p:nvSpPr>
                <p:spPr>
                  <a:xfrm>
                    <a:off x="11391865" y="855234"/>
                    <a:ext cx="90656" cy="135144"/>
                  </a:xfrm>
                  <a:prstGeom prst="rect">
                    <a:avLst/>
                  </a:prstGeom>
                  <a:solidFill>
                    <a:srgbClr val="ED3F3C">
                      <a:alpha val="9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AutoShape 72"/>
                  <p:cNvSpPr/>
                  <p:nvPr/>
                </p:nvSpPr>
                <p:spPr>
                  <a:xfrm>
                    <a:off x="10789895" y="533065"/>
                    <a:ext cx="270335" cy="50431"/>
                  </a:xfrm>
                  <a:prstGeom prst="rect">
                    <a:avLst/>
                  </a:prstGeom>
                  <a:solidFill>
                    <a:srgbClr val="ED3F3C">
                      <a:alpha val="9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3" name="AutoShape 73"/>
                <p:cNvSpPr/>
                <p:nvPr/>
              </p:nvSpPr>
              <p:spPr>
                <a:xfrm>
                  <a:off x="1506625" y="6355770"/>
                  <a:ext cx="1903607" cy="0"/>
                </a:xfrm>
                <a:prstGeom prst="line">
                  <a:avLst/>
                </a:prstGeom>
                <a:ln w="3175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74" name="Group 74"/>
                <p:cNvGrpSpPr/>
                <p:nvPr/>
              </p:nvGrpSpPr>
              <p:grpSpPr>
                <a:xfrm rot="5400000" flipH="1" flipV="1">
                  <a:off x="-63579" y="4932940"/>
                  <a:ext cx="1600200" cy="106311"/>
                  <a:chOff x="9969910" y="13362039"/>
                  <a:chExt cx="1600200" cy="106311"/>
                </a:xfrm>
              </p:grpSpPr>
              <p:grpSp>
                <p:nvGrpSpPr>
                  <p:cNvPr id="75" name="Group 75"/>
                  <p:cNvGrpSpPr/>
                  <p:nvPr/>
                </p:nvGrpSpPr>
                <p:grpSpPr>
                  <a:xfrm>
                    <a:off x="9969910" y="13362039"/>
                    <a:ext cx="1485900" cy="106311"/>
                    <a:chOff x="9969910" y="13362039"/>
                    <a:chExt cx="1485900" cy="195211"/>
                  </a:xfrm>
                </p:grpSpPr>
                <p:sp>
                  <p:nvSpPr>
                    <p:cNvPr id="76" name="AutoShape 76"/>
                    <p:cNvSpPr/>
                    <p:nvPr/>
                  </p:nvSpPr>
                  <p:spPr>
                    <a:xfrm flipH="1">
                      <a:off x="9969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7" name="AutoShape 77"/>
                    <p:cNvSpPr/>
                    <p:nvPr/>
                  </p:nvSpPr>
                  <p:spPr>
                    <a:xfrm flipH="1">
                      <a:off x="10236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" name="AutoShape 78"/>
                    <p:cNvSpPr/>
                    <p:nvPr/>
                  </p:nvSpPr>
                  <p:spPr>
                    <a:xfrm flipH="1">
                      <a:off x="10655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" name="AutoShape 79"/>
                    <p:cNvSpPr/>
                    <p:nvPr/>
                  </p:nvSpPr>
                  <p:spPr>
                    <a:xfrm flipH="1">
                      <a:off x="11074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0" name="AutoShape 80"/>
                    <p:cNvSpPr/>
                    <p:nvPr/>
                  </p:nvSpPr>
                  <p:spPr>
                    <a:xfrm flipH="1">
                      <a:off x="11455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1" name="Group 81"/>
                  <p:cNvGrpSpPr/>
                  <p:nvPr/>
                </p:nvGrpSpPr>
                <p:grpSpPr>
                  <a:xfrm>
                    <a:off x="10008010" y="13362039"/>
                    <a:ext cx="1562100" cy="63449"/>
                    <a:chOff x="10008010" y="13362039"/>
                    <a:chExt cx="1562100" cy="195211"/>
                  </a:xfrm>
                </p:grpSpPr>
                <p:sp>
                  <p:nvSpPr>
                    <p:cNvPr id="82" name="AutoShape 82"/>
                    <p:cNvSpPr/>
                    <p:nvPr/>
                  </p:nvSpPr>
                  <p:spPr>
                    <a:xfrm flipH="1">
                      <a:off x="10008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" name="AutoShape 83"/>
                    <p:cNvSpPr/>
                    <p:nvPr/>
                  </p:nvSpPr>
                  <p:spPr>
                    <a:xfrm flipH="1">
                      <a:off x="10046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" name="AutoShape 84"/>
                    <p:cNvSpPr/>
                    <p:nvPr/>
                  </p:nvSpPr>
                  <p:spPr>
                    <a:xfrm flipH="1">
                      <a:off x="10084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" name="AutoShape 85"/>
                    <p:cNvSpPr/>
                    <p:nvPr/>
                  </p:nvSpPr>
                  <p:spPr>
                    <a:xfrm flipH="1">
                      <a:off x="10122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" name="AutoShape 86"/>
                    <p:cNvSpPr/>
                    <p:nvPr/>
                  </p:nvSpPr>
                  <p:spPr>
                    <a:xfrm flipH="1">
                      <a:off x="10160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" name="AutoShape 87"/>
                    <p:cNvSpPr/>
                    <p:nvPr/>
                  </p:nvSpPr>
                  <p:spPr>
                    <a:xfrm flipH="1">
                      <a:off x="10198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" name="AutoShape 88"/>
                    <p:cNvSpPr/>
                    <p:nvPr/>
                  </p:nvSpPr>
                  <p:spPr>
                    <a:xfrm flipH="1">
                      <a:off x="10274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" name="AutoShape 89"/>
                    <p:cNvSpPr/>
                    <p:nvPr/>
                  </p:nvSpPr>
                  <p:spPr>
                    <a:xfrm flipH="1">
                      <a:off x="10312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 flipH="1">
                      <a:off x="10350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 flipH="1">
                      <a:off x="10389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 flipH="1">
                      <a:off x="10427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3" name="AutoShape 93"/>
                    <p:cNvSpPr/>
                    <p:nvPr/>
                  </p:nvSpPr>
                  <p:spPr>
                    <a:xfrm flipH="1">
                      <a:off x="10465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4" name="AutoShape 94"/>
                    <p:cNvSpPr/>
                    <p:nvPr/>
                  </p:nvSpPr>
                  <p:spPr>
                    <a:xfrm flipH="1">
                      <a:off x="10503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5" name="AutoShape 95"/>
                    <p:cNvSpPr/>
                    <p:nvPr/>
                  </p:nvSpPr>
                  <p:spPr>
                    <a:xfrm flipH="1">
                      <a:off x="10541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" name="AutoShape 96"/>
                    <p:cNvSpPr/>
                    <p:nvPr/>
                  </p:nvSpPr>
                  <p:spPr>
                    <a:xfrm flipH="1">
                      <a:off x="10579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" name="AutoShape 97"/>
                    <p:cNvSpPr/>
                    <p:nvPr/>
                  </p:nvSpPr>
                  <p:spPr>
                    <a:xfrm flipH="1">
                      <a:off x="10617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8" name="AutoShape 98"/>
                    <p:cNvSpPr/>
                    <p:nvPr/>
                  </p:nvSpPr>
                  <p:spPr>
                    <a:xfrm flipH="1">
                      <a:off x="106938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9" name="AutoShape 99"/>
                    <p:cNvSpPr/>
                    <p:nvPr/>
                  </p:nvSpPr>
                  <p:spPr>
                    <a:xfrm flipH="1">
                      <a:off x="10731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" name="AutoShape 100"/>
                    <p:cNvSpPr/>
                    <p:nvPr/>
                  </p:nvSpPr>
                  <p:spPr>
                    <a:xfrm flipH="1">
                      <a:off x="10770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1" name="AutoShape 101"/>
                    <p:cNvSpPr/>
                    <p:nvPr/>
                  </p:nvSpPr>
                  <p:spPr>
                    <a:xfrm flipH="1">
                      <a:off x="10808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" name="AutoShape 102"/>
                    <p:cNvSpPr/>
                    <p:nvPr/>
                  </p:nvSpPr>
                  <p:spPr>
                    <a:xfrm flipH="1">
                      <a:off x="10846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" name="AutoShape 103"/>
                    <p:cNvSpPr/>
                    <p:nvPr/>
                  </p:nvSpPr>
                  <p:spPr>
                    <a:xfrm flipH="1">
                      <a:off x="10884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4" name="AutoShape 104"/>
                    <p:cNvSpPr/>
                    <p:nvPr/>
                  </p:nvSpPr>
                  <p:spPr>
                    <a:xfrm flipH="1">
                      <a:off x="10922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5" name="AutoShape 105"/>
                    <p:cNvSpPr/>
                    <p:nvPr/>
                  </p:nvSpPr>
                  <p:spPr>
                    <a:xfrm flipH="1">
                      <a:off x="10960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6" name="AutoShape 106"/>
                    <p:cNvSpPr/>
                    <p:nvPr/>
                  </p:nvSpPr>
                  <p:spPr>
                    <a:xfrm flipH="1">
                      <a:off x="10998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7" name="AutoShape 107"/>
                    <p:cNvSpPr/>
                    <p:nvPr/>
                  </p:nvSpPr>
                  <p:spPr>
                    <a:xfrm flipH="1">
                      <a:off x="11036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8" name="AutoShape 108"/>
                    <p:cNvSpPr/>
                    <p:nvPr/>
                  </p:nvSpPr>
                  <p:spPr>
                    <a:xfrm flipH="1">
                      <a:off x="11112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9" name="AutoShape 109"/>
                    <p:cNvSpPr/>
                    <p:nvPr/>
                  </p:nvSpPr>
                  <p:spPr>
                    <a:xfrm flipH="1">
                      <a:off x="11151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0" name="AutoShape 110"/>
                    <p:cNvSpPr/>
                    <p:nvPr/>
                  </p:nvSpPr>
                  <p:spPr>
                    <a:xfrm flipH="1">
                      <a:off x="11189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1" name="AutoShape 111"/>
                    <p:cNvSpPr/>
                    <p:nvPr/>
                  </p:nvSpPr>
                  <p:spPr>
                    <a:xfrm flipH="1">
                      <a:off x="112272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2" name="AutoShape 112"/>
                    <p:cNvSpPr/>
                    <p:nvPr/>
                  </p:nvSpPr>
                  <p:spPr>
                    <a:xfrm flipH="1">
                      <a:off x="112653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" name="AutoShape 113"/>
                    <p:cNvSpPr/>
                    <p:nvPr/>
                  </p:nvSpPr>
                  <p:spPr>
                    <a:xfrm flipH="1">
                      <a:off x="113034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4" name="AutoShape 114"/>
                    <p:cNvSpPr/>
                    <p:nvPr/>
                  </p:nvSpPr>
                  <p:spPr>
                    <a:xfrm flipH="1">
                      <a:off x="113415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5" name="AutoShape 115"/>
                    <p:cNvSpPr/>
                    <p:nvPr/>
                  </p:nvSpPr>
                  <p:spPr>
                    <a:xfrm flipH="1">
                      <a:off x="113796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6" name="AutoShape 116"/>
                    <p:cNvSpPr/>
                    <p:nvPr/>
                  </p:nvSpPr>
                  <p:spPr>
                    <a:xfrm flipH="1">
                      <a:off x="114177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 flipH="1">
                      <a:off x="114939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8" name="AutoShape 118"/>
                    <p:cNvSpPr/>
                    <p:nvPr/>
                  </p:nvSpPr>
                  <p:spPr>
                    <a:xfrm flipH="1">
                      <a:off x="115320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9" name="AutoShape 119"/>
                    <p:cNvSpPr/>
                    <p:nvPr/>
                  </p:nvSpPr>
                  <p:spPr>
                    <a:xfrm flipH="1">
                      <a:off x="11570110" y="13362039"/>
                      <a:ext cx="0" cy="195211"/>
                    </a:xfrm>
                    <a:prstGeom prst="line">
                      <a:avLst/>
                    </a:prstGeom>
                    <a:ln w="12700">
                      <a:solidFill>
                        <a:srgbClr val="ED3F3C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3416" y="1587345"/>
            <a:ext cx="7548784" cy="17600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机器人</a:t>
            </a:r>
            <a:r>
              <a:rPr lang="zh-CN" altLang="en-US" sz="48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常见</a:t>
            </a:r>
            <a:r>
              <a:rPr lang="en-US" sz="4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轮系</a:t>
            </a:r>
            <a:r>
              <a:rPr lang="zh-CN" altLang="en-US" sz="48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与底盘设计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81325" y="2514600"/>
            <a:ext cx="622935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麦克纳姆轮</a:t>
            </a:r>
            <a:endParaRPr lang="en-US" sz="20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5b6f28e-75bf-49d6-8ca4-13d49db9864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304800" y="76200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麦轮</a:t>
            </a:r>
            <a:r>
              <a:rPr lang="zh-CN" altLang="en-US" sz="40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结构</a:t>
            </a:r>
            <a:endParaRPr lang="en-US" sz="16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E76FB9F-C732-D6C0-8644-847975624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914400"/>
            <a:ext cx="4406900" cy="381637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2405390-8E7D-3265-2B66-806049D3D944}"/>
              </a:ext>
            </a:extLst>
          </p:cNvPr>
          <p:cNvSpPr txBox="1"/>
          <p:nvPr/>
        </p:nvSpPr>
        <p:spPr>
          <a:xfrm>
            <a:off x="622300" y="1219200"/>
            <a:ext cx="5245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麦克纳姆轮由两大部分组成：轮毂和辊子（</a:t>
            </a:r>
            <a:r>
              <a:rPr lang="en-US" altLang="zh-CN" sz="2800" dirty="0">
                <a:solidFill>
                  <a:schemeClr val="bg1"/>
                </a:solidFill>
              </a:rPr>
              <a:t>roller</a:t>
            </a:r>
            <a:r>
              <a:rPr lang="zh-CN" altLang="en-US" sz="2800" dirty="0">
                <a:solidFill>
                  <a:schemeClr val="bg1"/>
                </a:solidFill>
              </a:rPr>
              <a:t>）</a:t>
            </a:r>
            <a:endParaRPr lang="en-US" altLang="zh-CN" sz="2800" dirty="0">
              <a:solidFill>
                <a:schemeClr val="bg1"/>
              </a:solidFill>
            </a:endParaRPr>
          </a:p>
          <a:p>
            <a:endParaRPr lang="en-US" altLang="zh-CN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轮毂是整个轮子的主体支架</a:t>
            </a:r>
            <a:endParaRPr lang="en-US" altLang="zh-CN" sz="2800" dirty="0">
              <a:solidFill>
                <a:schemeClr val="bg1"/>
              </a:solidFill>
            </a:endParaRPr>
          </a:p>
          <a:p>
            <a:endParaRPr lang="en-US" altLang="zh-CN" sz="2800" dirty="0">
              <a:solidFill>
                <a:schemeClr val="bg1"/>
              </a:solidFill>
            </a:endParaRPr>
          </a:p>
          <a:p>
            <a:endParaRPr lang="en-US" altLang="zh-CN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辊子则是安装在轮毂上的鼓状物。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BA270650-5521-AF6F-A46C-43024E4148E6}"/>
              </a:ext>
            </a:extLst>
          </p:cNvPr>
          <p:cNvSpPr/>
          <p:nvPr/>
        </p:nvSpPr>
        <p:spPr>
          <a:xfrm>
            <a:off x="5181600" y="2514600"/>
            <a:ext cx="26797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6C55B787-A746-A3C0-007C-D4B0E87F2F83}"/>
              </a:ext>
            </a:extLst>
          </p:cNvPr>
          <p:cNvSpPr/>
          <p:nvPr/>
        </p:nvSpPr>
        <p:spPr>
          <a:xfrm>
            <a:off x="5943600" y="3761362"/>
            <a:ext cx="4038600" cy="5333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E479621-403A-AF3C-B7AD-DC77768DB601}"/>
              </a:ext>
            </a:extLst>
          </p:cNvPr>
          <p:cNvSpPr txBox="1"/>
          <p:nvPr/>
        </p:nvSpPr>
        <p:spPr>
          <a:xfrm>
            <a:off x="564944" y="4876800"/>
            <a:ext cx="5939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轮毂轴与辊子转轴呈 </a:t>
            </a:r>
            <a:r>
              <a:rPr lang="en-US" altLang="zh-CN" sz="3600" dirty="0">
                <a:solidFill>
                  <a:schemeClr val="bg1"/>
                </a:solidFill>
              </a:rPr>
              <a:t>45° </a:t>
            </a:r>
            <a:r>
              <a:rPr lang="zh-CN" altLang="en-US" sz="3600" dirty="0">
                <a:solidFill>
                  <a:schemeClr val="bg1"/>
                </a:solidFill>
              </a:rPr>
              <a:t>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fb26fcf-7974-4653-8373-32c01f90683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09600" y="1028699"/>
            <a:ext cx="10939297" cy="3728232"/>
            <a:chOff x="615949" y="1130300"/>
            <a:chExt cx="10939297" cy="3728232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4699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400" b="1" i="0" dirty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利用移动分解</a:t>
              </a:r>
              <a:r>
                <a:rPr lang="en-US" sz="2400" b="1" i="0" dirty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，</a:t>
              </a:r>
              <a:r>
                <a:rPr lang="en-US" sz="2400" b="1" i="0" dirty="0" err="1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实现平移、旋转等复杂动作</a:t>
              </a:r>
              <a:endParaRPr lang="en-US" sz="11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15949" y="1711321"/>
              <a:ext cx="2544723" cy="2075611"/>
              <a:chOff x="615949" y="1711321"/>
              <a:chExt cx="2544723" cy="2075611"/>
            </a:xfrm>
          </p:grpSpPr>
          <p:sp>
            <p:nvSpPr>
              <p:cNvPr id="39" name="TextBox 6">
                <a:extLst>
                  <a:ext uri="{FF2B5EF4-FFF2-40B4-BE49-F238E27FC236}">
                    <a16:creationId xmlns:a16="http://schemas.microsoft.com/office/drawing/2014/main" id="{B0BAAB52-F0EF-626A-7B6B-0236ACA71237}"/>
                  </a:ext>
                </a:extLst>
              </p:cNvPr>
              <p:cNvSpPr txBox="1"/>
              <p:nvPr/>
            </p:nvSpPr>
            <p:spPr>
              <a:xfrm>
                <a:off x="733092" y="1711321"/>
                <a:ext cx="2415377" cy="776490"/>
              </a:xfrm>
              <a:custGeom>
                <a:avLst/>
                <a:gdLst/>
                <a:ahLst/>
                <a:cxnLst/>
                <a:rect l="l" t="t" r="r" b="b"/>
                <a:pathLst>
                  <a:path w="2415377" h="776490">
                    <a:moveTo>
                      <a:pt x="90123" y="0"/>
                    </a:moveTo>
                    <a:lnTo>
                      <a:pt x="2164940" y="0"/>
                    </a:lnTo>
                    <a:cubicBezTo>
                      <a:pt x="2198068" y="0"/>
                      <a:pt x="2228504" y="18187"/>
                      <a:pt x="2244199" y="47362"/>
                    </a:cubicBezTo>
                    <a:lnTo>
                      <a:pt x="2404643" y="345607"/>
                    </a:lnTo>
                    <a:cubicBezTo>
                      <a:pt x="2418956" y="372213"/>
                      <a:pt x="2418956" y="404277"/>
                      <a:pt x="2404643" y="430883"/>
                    </a:cubicBezTo>
                    <a:lnTo>
                      <a:pt x="2244199" y="729128"/>
                    </a:lnTo>
                    <a:cubicBezTo>
                      <a:pt x="2228504" y="758303"/>
                      <a:pt x="2198068" y="776490"/>
                      <a:pt x="2164940" y="776490"/>
                    </a:cubicBezTo>
                    <a:lnTo>
                      <a:pt x="90123" y="776490"/>
                    </a:lnTo>
                    <a:cubicBezTo>
                      <a:pt x="22046" y="776490"/>
                      <a:pt x="-21388" y="703805"/>
                      <a:pt x="10864" y="643852"/>
                    </a:cubicBezTo>
                    <a:lnTo>
                      <a:pt x="125432" y="430883"/>
                    </a:lnTo>
                    <a:cubicBezTo>
                      <a:pt x="139745" y="404277"/>
                      <a:pt x="139745" y="372213"/>
                      <a:pt x="125432" y="345607"/>
                    </a:cubicBezTo>
                    <a:lnTo>
                      <a:pt x="10864" y="132638"/>
                    </a:lnTo>
                    <a:cubicBezTo>
                      <a:pt x="-21388" y="72686"/>
                      <a:pt x="22046" y="0"/>
                      <a:pt x="90123" y="0"/>
                    </a:cubicBezTo>
                  </a:path>
                </a:pathLst>
              </a:custGeom>
              <a:solidFill>
                <a:srgbClr val="11E1C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endParaRPr lang="en-US" sz="1100" dirty="0"/>
              </a:p>
            </p:txBody>
          </p:sp>
          <p:sp>
            <p:nvSpPr>
              <p:cNvPr id="40" name="TextBox 8">
                <a:extLst>
                  <a:ext uri="{FF2B5EF4-FFF2-40B4-BE49-F238E27FC236}">
                    <a16:creationId xmlns:a16="http://schemas.microsoft.com/office/drawing/2014/main" id="{BACD2540-10E1-3E2C-AAA6-FC6566D685B6}"/>
                  </a:ext>
                </a:extLst>
              </p:cNvPr>
              <p:cNvSpPr txBox="1"/>
              <p:nvPr/>
            </p:nvSpPr>
            <p:spPr>
              <a:xfrm>
                <a:off x="672602" y="1763176"/>
                <a:ext cx="2488070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8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直线前进</a:t>
                </a:r>
                <a:r>
                  <a:rPr lang="en-US" sz="2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/</a:t>
                </a:r>
                <a:r>
                  <a:rPr lang="en-US" sz="28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后退</a:t>
                </a:r>
                <a:endParaRPr lang="en-US" sz="1600" dirty="0"/>
              </a:p>
            </p:txBody>
          </p:sp>
          <p:sp>
            <p:nvSpPr>
              <p:cNvPr id="41" name="TextBox 9">
                <a:extLst>
                  <a:ext uri="{FF2B5EF4-FFF2-40B4-BE49-F238E27FC236}">
                    <a16:creationId xmlns:a16="http://schemas.microsoft.com/office/drawing/2014/main" id="{D39DC750-5B51-327D-3FDA-054A1AC308EB}"/>
                  </a:ext>
                </a:extLst>
              </p:cNvPr>
              <p:cNvSpPr txBox="1"/>
              <p:nvPr/>
            </p:nvSpPr>
            <p:spPr>
              <a:xfrm>
                <a:off x="615949" y="2511366"/>
                <a:ext cx="2488070" cy="1275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6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四个轮子转速相同、转向一致，机器人即可实现直线运动</a:t>
                </a:r>
                <a:r>
                  <a:rPr lang="en-US" sz="16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4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411944" y="1711321"/>
              <a:ext cx="2554794" cy="3147211"/>
              <a:chOff x="3411944" y="1711321"/>
              <a:chExt cx="2554794" cy="314721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456893" y="4278354"/>
                <a:ext cx="2488070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endParaRPr lang="en-US" sz="1100" dirty="0"/>
              </a:p>
            </p:txBody>
          </p:sp>
          <p:sp>
            <p:nvSpPr>
              <p:cNvPr id="42" name="TextBox 11">
                <a:extLst>
                  <a:ext uri="{FF2B5EF4-FFF2-40B4-BE49-F238E27FC236}">
                    <a16:creationId xmlns:a16="http://schemas.microsoft.com/office/drawing/2014/main" id="{C94B3213-A013-3A45-0D21-7229FC796017}"/>
                  </a:ext>
                </a:extLst>
              </p:cNvPr>
              <p:cNvSpPr txBox="1"/>
              <p:nvPr/>
            </p:nvSpPr>
            <p:spPr>
              <a:xfrm>
                <a:off x="3523236" y="1711321"/>
                <a:ext cx="2415376" cy="776490"/>
              </a:xfrm>
              <a:custGeom>
                <a:avLst/>
                <a:gdLst/>
                <a:ahLst/>
                <a:cxnLst/>
                <a:rect l="l" t="t" r="r" b="b"/>
                <a:pathLst>
                  <a:path w="2415376" h="776490">
                    <a:moveTo>
                      <a:pt x="90123" y="0"/>
                    </a:moveTo>
                    <a:lnTo>
                      <a:pt x="2164940" y="0"/>
                    </a:lnTo>
                    <a:cubicBezTo>
                      <a:pt x="2198069" y="0"/>
                      <a:pt x="2228504" y="18187"/>
                      <a:pt x="2244199" y="47362"/>
                    </a:cubicBezTo>
                    <a:lnTo>
                      <a:pt x="2404642" y="345607"/>
                    </a:lnTo>
                    <a:cubicBezTo>
                      <a:pt x="2418955" y="372213"/>
                      <a:pt x="2418955" y="404277"/>
                      <a:pt x="2404642" y="430883"/>
                    </a:cubicBezTo>
                    <a:lnTo>
                      <a:pt x="2244199" y="729128"/>
                    </a:lnTo>
                    <a:cubicBezTo>
                      <a:pt x="2228504" y="758303"/>
                      <a:pt x="2198069" y="776490"/>
                      <a:pt x="2164940" y="776490"/>
                    </a:cubicBezTo>
                    <a:lnTo>
                      <a:pt x="90123" y="776490"/>
                    </a:lnTo>
                    <a:cubicBezTo>
                      <a:pt x="22046" y="776490"/>
                      <a:pt x="-21388" y="703805"/>
                      <a:pt x="10864" y="643852"/>
                    </a:cubicBezTo>
                    <a:lnTo>
                      <a:pt x="125432" y="430883"/>
                    </a:lnTo>
                    <a:cubicBezTo>
                      <a:pt x="139745" y="404277"/>
                      <a:pt x="139745" y="372213"/>
                      <a:pt x="125432" y="345607"/>
                    </a:cubicBezTo>
                    <a:lnTo>
                      <a:pt x="10864" y="132638"/>
                    </a:lnTo>
                    <a:cubicBezTo>
                      <a:pt x="-21388" y="72686"/>
                      <a:pt x="22046" y="0"/>
                      <a:pt x="90123" y="0"/>
                    </a:cubicBezTo>
                  </a:path>
                </a:pathLst>
              </a:custGeom>
              <a:solidFill>
                <a:srgbClr val="11E1C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endParaRPr lang="en-US" sz="1100" dirty="0"/>
              </a:p>
            </p:txBody>
          </p:sp>
          <p:sp>
            <p:nvSpPr>
              <p:cNvPr id="43" name="TextBox 13">
                <a:extLst>
                  <a:ext uri="{FF2B5EF4-FFF2-40B4-BE49-F238E27FC236}">
                    <a16:creationId xmlns:a16="http://schemas.microsoft.com/office/drawing/2014/main" id="{56D931E3-450A-7C64-AFC5-4B5E474FD36A}"/>
                  </a:ext>
                </a:extLst>
              </p:cNvPr>
              <p:cNvSpPr txBox="1"/>
              <p:nvPr/>
            </p:nvSpPr>
            <p:spPr>
              <a:xfrm>
                <a:off x="3478668" y="1781188"/>
                <a:ext cx="2488070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8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原地旋转</a:t>
                </a:r>
                <a:endParaRPr lang="en-US" sz="1100" dirty="0"/>
              </a:p>
            </p:txBody>
          </p:sp>
          <p:sp>
            <p:nvSpPr>
              <p:cNvPr id="44" name="TextBox 14">
                <a:extLst>
                  <a:ext uri="{FF2B5EF4-FFF2-40B4-BE49-F238E27FC236}">
                    <a16:creationId xmlns:a16="http://schemas.microsoft.com/office/drawing/2014/main" id="{30330ADA-2F2E-0410-5DA6-56F4F579DF2C}"/>
                  </a:ext>
                </a:extLst>
              </p:cNvPr>
              <p:cNvSpPr txBox="1"/>
              <p:nvPr/>
            </p:nvSpPr>
            <p:spPr>
              <a:xfrm>
                <a:off x="3411944" y="2511366"/>
                <a:ext cx="2488070" cy="1275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6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左右两侧的轮子组以相同转速、相反方向转动，机器人即可实现原地旋转</a:t>
                </a:r>
                <a:r>
                  <a:rPr lang="en-US" sz="16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40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247035" y="1711321"/>
              <a:ext cx="2518066" cy="3147211"/>
              <a:chOff x="6247035" y="1711321"/>
              <a:chExt cx="2518066" cy="314721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47035" y="4278354"/>
                <a:ext cx="2488070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endParaRPr lang="en-US" sz="1100" dirty="0"/>
              </a:p>
            </p:txBody>
          </p:sp>
          <p:sp>
            <p:nvSpPr>
              <p:cNvPr id="45" name="TextBox 16">
                <a:extLst>
                  <a:ext uri="{FF2B5EF4-FFF2-40B4-BE49-F238E27FC236}">
                    <a16:creationId xmlns:a16="http://schemas.microsoft.com/office/drawing/2014/main" id="{1E6C80E9-7959-2CC2-8401-25A2394E6BE5}"/>
                  </a:ext>
                </a:extLst>
              </p:cNvPr>
              <p:cNvSpPr txBox="1"/>
              <p:nvPr/>
            </p:nvSpPr>
            <p:spPr>
              <a:xfrm>
                <a:off x="6313378" y="1711321"/>
                <a:ext cx="2415377" cy="776490"/>
              </a:xfrm>
              <a:custGeom>
                <a:avLst/>
                <a:gdLst/>
                <a:ahLst/>
                <a:cxnLst/>
                <a:rect l="l" t="t" r="r" b="b"/>
                <a:pathLst>
                  <a:path w="2415377" h="776490">
                    <a:moveTo>
                      <a:pt x="90123" y="0"/>
                    </a:moveTo>
                    <a:lnTo>
                      <a:pt x="2164939" y="0"/>
                    </a:lnTo>
                    <a:cubicBezTo>
                      <a:pt x="2198068" y="0"/>
                      <a:pt x="2228504" y="18187"/>
                      <a:pt x="2244199" y="47362"/>
                    </a:cubicBezTo>
                    <a:lnTo>
                      <a:pt x="2404642" y="345607"/>
                    </a:lnTo>
                    <a:cubicBezTo>
                      <a:pt x="2418956" y="372213"/>
                      <a:pt x="2418956" y="404277"/>
                      <a:pt x="2404642" y="430883"/>
                    </a:cubicBezTo>
                    <a:lnTo>
                      <a:pt x="2244199" y="729128"/>
                    </a:lnTo>
                    <a:cubicBezTo>
                      <a:pt x="2228504" y="758303"/>
                      <a:pt x="2198068" y="776490"/>
                      <a:pt x="2164939" y="776490"/>
                    </a:cubicBezTo>
                    <a:lnTo>
                      <a:pt x="90123" y="776490"/>
                    </a:lnTo>
                    <a:cubicBezTo>
                      <a:pt x="22046" y="776490"/>
                      <a:pt x="-21388" y="703805"/>
                      <a:pt x="10864" y="643852"/>
                    </a:cubicBezTo>
                    <a:lnTo>
                      <a:pt x="125432" y="430883"/>
                    </a:lnTo>
                    <a:cubicBezTo>
                      <a:pt x="139745" y="404277"/>
                      <a:pt x="139745" y="372213"/>
                      <a:pt x="125432" y="345607"/>
                    </a:cubicBezTo>
                    <a:lnTo>
                      <a:pt x="10864" y="132638"/>
                    </a:lnTo>
                    <a:cubicBezTo>
                      <a:pt x="-21388" y="72686"/>
                      <a:pt x="22046" y="0"/>
                      <a:pt x="90123" y="0"/>
                    </a:cubicBezTo>
                  </a:path>
                </a:pathLst>
              </a:custGeom>
              <a:solidFill>
                <a:srgbClr val="11E1C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endParaRPr lang="en-US" sz="1100" dirty="0"/>
              </a:p>
            </p:txBody>
          </p:sp>
          <p:sp>
            <p:nvSpPr>
              <p:cNvPr id="46" name="TextBox 18">
                <a:extLst>
                  <a:ext uri="{FF2B5EF4-FFF2-40B4-BE49-F238E27FC236}">
                    <a16:creationId xmlns:a16="http://schemas.microsoft.com/office/drawing/2014/main" id="{8B4136AE-756E-4718-2F31-B5AC6D4E79B8}"/>
                  </a:ext>
                </a:extLst>
              </p:cNvPr>
              <p:cNvSpPr txBox="1"/>
              <p:nvPr/>
            </p:nvSpPr>
            <p:spPr>
              <a:xfrm>
                <a:off x="6247462" y="1781188"/>
                <a:ext cx="2488070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8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横向平移</a:t>
                </a:r>
                <a:endParaRPr lang="en-US" sz="1600" dirty="0"/>
              </a:p>
            </p:txBody>
          </p:sp>
          <p:sp>
            <p:nvSpPr>
              <p:cNvPr id="47" name="TextBox 19">
                <a:extLst>
                  <a:ext uri="{FF2B5EF4-FFF2-40B4-BE49-F238E27FC236}">
                    <a16:creationId xmlns:a16="http://schemas.microsoft.com/office/drawing/2014/main" id="{7C965E5C-5400-F6EA-F830-46DFA97BEF01}"/>
                  </a:ext>
                </a:extLst>
              </p:cNvPr>
              <p:cNvSpPr txBox="1"/>
              <p:nvPr/>
            </p:nvSpPr>
            <p:spPr>
              <a:xfrm>
                <a:off x="6277031" y="2487811"/>
                <a:ext cx="2488070" cy="1275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6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通过特定的轮子转速和转向组合，可以实现机器人在不改变朝向的情况下的横向移动</a:t>
                </a:r>
                <a:r>
                  <a:rPr lang="en-US" sz="16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400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921749" y="1734876"/>
              <a:ext cx="2633497" cy="2085830"/>
              <a:chOff x="8921749" y="1734876"/>
              <a:chExt cx="2633497" cy="208583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103522" y="1734876"/>
                <a:ext cx="2415378" cy="776490"/>
              </a:xfrm>
              <a:custGeom>
                <a:avLst/>
                <a:gdLst/>
                <a:ahLst/>
                <a:cxnLst/>
                <a:rect l="l" t="t" r="r" b="b"/>
                <a:pathLst>
                  <a:path w="2415378" h="776490">
                    <a:moveTo>
                      <a:pt x="90124" y="0"/>
                    </a:moveTo>
                    <a:lnTo>
                      <a:pt x="2164941" y="0"/>
                    </a:lnTo>
                    <a:cubicBezTo>
                      <a:pt x="2198070" y="0"/>
                      <a:pt x="2228505" y="18187"/>
                      <a:pt x="2244200" y="47362"/>
                    </a:cubicBezTo>
                    <a:lnTo>
                      <a:pt x="2404644" y="345607"/>
                    </a:lnTo>
                    <a:cubicBezTo>
                      <a:pt x="2418957" y="372213"/>
                      <a:pt x="2418957" y="404277"/>
                      <a:pt x="2404644" y="430883"/>
                    </a:cubicBezTo>
                    <a:lnTo>
                      <a:pt x="2244200" y="729128"/>
                    </a:lnTo>
                    <a:cubicBezTo>
                      <a:pt x="2228505" y="758303"/>
                      <a:pt x="2198070" y="776490"/>
                      <a:pt x="2164941" y="776490"/>
                    </a:cubicBezTo>
                    <a:lnTo>
                      <a:pt x="90124" y="776490"/>
                    </a:lnTo>
                    <a:cubicBezTo>
                      <a:pt x="22047" y="776490"/>
                      <a:pt x="-21388" y="703805"/>
                      <a:pt x="10864" y="643852"/>
                    </a:cubicBezTo>
                    <a:lnTo>
                      <a:pt x="125433" y="430883"/>
                    </a:lnTo>
                    <a:cubicBezTo>
                      <a:pt x="139746" y="404277"/>
                      <a:pt x="139746" y="372213"/>
                      <a:pt x="125433" y="345607"/>
                    </a:cubicBezTo>
                    <a:lnTo>
                      <a:pt x="10864" y="132638"/>
                    </a:lnTo>
                    <a:cubicBezTo>
                      <a:pt x="-21388" y="72686"/>
                      <a:pt x="22047" y="0"/>
                      <a:pt x="90124" y="0"/>
                    </a:cubicBezTo>
                  </a:path>
                </a:pathLst>
              </a:custGeom>
              <a:solidFill>
                <a:srgbClr val="11E1C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endParaRPr lang="en-US" sz="110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67176" y="1825510"/>
                <a:ext cx="2488070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8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斜向移动</a:t>
                </a:r>
                <a:endParaRPr lang="en-US" sz="160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21749" y="2545140"/>
                <a:ext cx="2488070" cy="1275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6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控制各轮转速和转向不同，可实现机器人沿任意斜向的移动，运动轨迹灵活多变</a:t>
                </a:r>
                <a:r>
                  <a:rPr lang="en-US" sz="16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400" dirty="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麦轮运动方式</a:t>
            </a:r>
            <a:endParaRPr lang="en-US" sz="1600" dirty="0"/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2694709E-2E52-F659-28BB-9092345AE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52" y="3802533"/>
            <a:ext cx="6289047" cy="2567209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33B45629-6878-9A8D-8FD4-BE3ED00A1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072881"/>
            <a:ext cx="4811216" cy="17834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f51089-eed8-4758-a91c-7a0a20431ca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228600" y="95605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麦轮</a:t>
            </a:r>
            <a:r>
              <a:rPr lang="zh-CN" altLang="en-US" sz="40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的安装</a:t>
            </a:r>
            <a:endParaRPr lang="en-US" sz="1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DB6BF2-71CB-4920-6042-8C02611F01EC}"/>
              </a:ext>
            </a:extLst>
          </p:cNvPr>
          <p:cNvSpPr txBox="1"/>
          <p:nvPr/>
        </p:nvSpPr>
        <p:spPr>
          <a:xfrm>
            <a:off x="628650" y="954204"/>
            <a:ext cx="1005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麦轮一般是四个一组使用，两个</a:t>
            </a:r>
            <a:r>
              <a:rPr lang="en-US" altLang="zh-CN" sz="2800" dirty="0">
                <a:solidFill>
                  <a:schemeClr val="bg1"/>
                </a:solidFill>
              </a:rPr>
              <a:t>A</a:t>
            </a:r>
            <a:r>
              <a:rPr lang="zh-CN" altLang="en-US" sz="2800" dirty="0">
                <a:solidFill>
                  <a:schemeClr val="bg1"/>
                </a:solidFill>
              </a:rPr>
              <a:t>轮，两个</a:t>
            </a:r>
            <a:r>
              <a:rPr lang="en-US" altLang="zh-CN" sz="2800" dirty="0">
                <a:solidFill>
                  <a:schemeClr val="bg1"/>
                </a:solidFill>
              </a:rPr>
              <a:t>B</a:t>
            </a:r>
            <a:r>
              <a:rPr lang="zh-CN" altLang="en-US" sz="2800" dirty="0">
                <a:solidFill>
                  <a:schemeClr val="bg1"/>
                </a:solidFill>
              </a:rPr>
              <a:t>轮</a:t>
            </a:r>
            <a:r>
              <a:rPr lang="en-US" altLang="zh-CN" sz="2800" dirty="0">
                <a:solidFill>
                  <a:schemeClr val="bg1"/>
                </a:solidFill>
              </a:rPr>
              <a:t>,</a:t>
            </a:r>
            <a:r>
              <a:rPr lang="zh-CN" altLang="en-US" sz="2800" dirty="0">
                <a:solidFill>
                  <a:schemeClr val="bg1"/>
                </a:solidFill>
              </a:rPr>
              <a:t>或者会被称为左旋轮和右旋轮。</a:t>
            </a:r>
            <a:r>
              <a:rPr lang="en-US" altLang="zh-CN" sz="2800" dirty="0">
                <a:solidFill>
                  <a:schemeClr val="bg1"/>
                </a:solidFill>
              </a:rPr>
              <a:t>A</a:t>
            </a:r>
            <a:r>
              <a:rPr lang="zh-CN" altLang="en-US" sz="2800" dirty="0">
                <a:solidFill>
                  <a:schemeClr val="bg1"/>
                </a:solidFill>
              </a:rPr>
              <a:t>轮和</a:t>
            </a:r>
            <a:r>
              <a:rPr lang="en-US" altLang="zh-CN" sz="2800" dirty="0">
                <a:solidFill>
                  <a:schemeClr val="bg1"/>
                </a:solidFill>
              </a:rPr>
              <a:t>B</a:t>
            </a:r>
            <a:r>
              <a:rPr lang="zh-CN" altLang="en-US" sz="2800" dirty="0">
                <a:solidFill>
                  <a:schemeClr val="bg1"/>
                </a:solidFill>
              </a:rPr>
              <a:t>轮呈手性对称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E0008FF-8979-8E2C-A579-7FF635C5F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09800"/>
            <a:ext cx="6587827" cy="4317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B5248-4227-33A1-FE61-0745B7FA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f51089-eed8-4758-a91c-7a0a20431cab">
            <a:extLst>
              <a:ext uri="{FF2B5EF4-FFF2-40B4-BE49-F238E27FC236}">
                <a16:creationId xmlns:a16="http://schemas.microsoft.com/office/drawing/2014/main" id="{865D1225-E380-6BCF-5199-886964E0DA7F}"/>
              </a:ext>
            </a:extLst>
          </p:cNvPr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B83C277-6E87-8813-7FAF-2CA18A8B226F}"/>
              </a:ext>
            </a:extLst>
          </p:cNvPr>
          <p:cNvSpPr txBox="1"/>
          <p:nvPr/>
        </p:nvSpPr>
        <p:spPr>
          <a:xfrm>
            <a:off x="228600" y="95605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麦轮</a:t>
            </a:r>
            <a:r>
              <a:rPr lang="zh-CN" altLang="en-US" sz="40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的安装</a:t>
            </a:r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C7D136-E627-CA0F-9AFF-A43AD2F9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97880"/>
            <a:ext cx="4356100" cy="606223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5F703CC-B3C7-FFFB-A229-0D89DFB9D241}"/>
              </a:ext>
            </a:extLst>
          </p:cNvPr>
          <p:cNvSpPr txBox="1"/>
          <p:nvPr/>
        </p:nvSpPr>
        <p:spPr>
          <a:xfrm>
            <a:off x="228600" y="1033248"/>
            <a:ext cx="61699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X-</a:t>
            </a:r>
            <a:r>
              <a:rPr lang="zh-CN" altLang="en-US" sz="2400" dirty="0">
                <a:solidFill>
                  <a:schemeClr val="bg1"/>
                </a:solidFill>
              </a:rPr>
              <a:t>正方形：轮子转动产生的力会经过同一个点，所以 </a:t>
            </a:r>
            <a:r>
              <a:rPr lang="en-US" altLang="zh-CN" sz="2400" dirty="0">
                <a:solidFill>
                  <a:schemeClr val="bg1"/>
                </a:solidFill>
              </a:rPr>
              <a:t>yaw </a:t>
            </a:r>
            <a:r>
              <a:rPr lang="zh-CN" altLang="en-US" sz="2400" dirty="0">
                <a:solidFill>
                  <a:schemeClr val="bg1"/>
                </a:solidFill>
              </a:rPr>
              <a:t>轴无法主动旋转，也无法主动保持 </a:t>
            </a:r>
            <a:r>
              <a:rPr lang="en-US" altLang="zh-CN" sz="2400" dirty="0">
                <a:solidFill>
                  <a:schemeClr val="bg1"/>
                </a:solidFill>
              </a:rPr>
              <a:t>yaw </a:t>
            </a:r>
            <a:r>
              <a:rPr lang="zh-CN" altLang="en-US" sz="2400" dirty="0">
                <a:solidFill>
                  <a:schemeClr val="bg1"/>
                </a:solidFill>
              </a:rPr>
              <a:t>轴的角度。一般几乎不会使用这种安装方式。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X-</a:t>
            </a:r>
            <a:r>
              <a:rPr lang="zh-CN" altLang="en-US" sz="2400" dirty="0">
                <a:solidFill>
                  <a:schemeClr val="bg1"/>
                </a:solidFill>
              </a:rPr>
              <a:t>长方形：轮子转动可以产生 </a:t>
            </a:r>
            <a:r>
              <a:rPr lang="en-US" altLang="zh-CN" sz="2400" dirty="0">
                <a:solidFill>
                  <a:schemeClr val="bg1"/>
                </a:solidFill>
              </a:rPr>
              <a:t>yaw </a:t>
            </a:r>
            <a:r>
              <a:rPr lang="zh-CN" altLang="en-US" sz="2400" dirty="0">
                <a:solidFill>
                  <a:schemeClr val="bg1"/>
                </a:solidFill>
              </a:rPr>
              <a:t>轴转动力矩，但转动力矩的力臂一般会比较短。这种安装方式也不多见。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O-</a:t>
            </a:r>
            <a:r>
              <a:rPr lang="zh-CN" altLang="en-US" sz="2400" dirty="0">
                <a:solidFill>
                  <a:schemeClr val="bg1"/>
                </a:solidFill>
              </a:rPr>
              <a:t>正方形：四个轮子位于正方形的四个顶点，平移和旋转都没有任何问题。受限于机器人底盘的形状、尺寸等因素，这种安装方式虽然理想，但可遇而不可求。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O-</a:t>
            </a:r>
            <a:r>
              <a:rPr lang="zh-CN" altLang="en-US" sz="2400" dirty="0">
                <a:solidFill>
                  <a:schemeClr val="bg1"/>
                </a:solidFill>
              </a:rPr>
              <a:t>长方形：轮子转动可以产生 </a:t>
            </a:r>
            <a:r>
              <a:rPr lang="en-US" altLang="zh-CN" sz="2400" dirty="0">
                <a:solidFill>
                  <a:schemeClr val="bg1"/>
                </a:solidFill>
              </a:rPr>
              <a:t>yaw </a:t>
            </a:r>
            <a:r>
              <a:rPr lang="zh-CN" altLang="en-US" sz="2400" dirty="0">
                <a:solidFill>
                  <a:schemeClr val="bg1"/>
                </a:solidFill>
              </a:rPr>
              <a:t>轴转动力矩，而且转动力矩的力臂也比较长。是最常见的安装方式。</a:t>
            </a:r>
          </a:p>
        </p:txBody>
      </p:sp>
    </p:spTree>
    <p:extLst>
      <p:ext uri="{BB962C8B-B14F-4D97-AF65-F5344CB8AC3E}">
        <p14:creationId xmlns:p14="http://schemas.microsoft.com/office/powerpoint/2010/main" val="223333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8200" y="251460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全向轮</a:t>
            </a:r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4c110d-b764-454b-9018-a5263d72a71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660400" y="1277706"/>
            <a:ext cx="5780870" cy="3587237"/>
            <a:chOff x="185578" y="1277706"/>
            <a:chExt cx="5780870" cy="3587237"/>
          </a:xfrm>
        </p:grpSpPr>
        <p:sp>
          <p:nvSpPr>
            <p:cNvPr id="8" name="TextBox 8"/>
            <p:cNvSpPr txBox="1"/>
            <p:nvPr/>
          </p:nvSpPr>
          <p:spPr>
            <a:xfrm>
              <a:off x="185578" y="4090070"/>
              <a:ext cx="3338672" cy="77487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ctr">
                <a:defRPr/>
              </a:pPr>
              <a:endParaRPr lang="en-US" sz="110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7648" y="1277706"/>
              <a:ext cx="5638800" cy="188027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>
                <a:lnSpc>
                  <a:spcPct val="120000"/>
                </a:lnSpc>
                <a:defRPr/>
              </a:pPr>
              <a:r>
                <a:rPr lang="en-US" sz="2800" b="0" i="0" dirty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同样由轮毂和辊子构成，但轮毂轴与辊子转轴呈90度垂直</a:t>
              </a:r>
              <a:r>
                <a:rPr lang="en-US" b="0" i="0" dirty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。</a:t>
              </a:r>
              <a:endParaRPr lang="en-US" sz="160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全向轮</a:t>
            </a:r>
            <a:r>
              <a:rPr lang="zh-CN" altLang="en-US" sz="40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结构</a:t>
            </a:r>
            <a:endParaRPr lang="en-US" sz="16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3A79A70-CEF3-5A08-5987-4029766E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89042"/>
            <a:ext cx="3657599" cy="365759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99EF59E-D646-5C5A-C30A-7E462016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482" y="2767930"/>
            <a:ext cx="3657599" cy="379979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211383B-0C17-49C4-8B3A-58D889FA3D9A}"/>
              </a:ext>
            </a:extLst>
          </p:cNvPr>
          <p:cNvSpPr txBox="1"/>
          <p:nvPr/>
        </p:nvSpPr>
        <p:spPr>
          <a:xfrm>
            <a:off x="759588" y="2767930"/>
            <a:ext cx="44220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全向轮一般是有两层的，但不是完全对称的，每层的辊子之间是存在较大间隙的，两层辊子恰好“插空”间隙，以保证全向轮滚动过程中，至少有一个辊子与地面接触。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6b3772c-2097-4026-aa39-e4a4564294d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全向轮</a:t>
            </a:r>
            <a:r>
              <a:rPr lang="zh-CN" altLang="en-US" sz="36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安装</a:t>
            </a:r>
            <a:r>
              <a:rPr lang="zh-CN" altLang="en-US" sz="36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结构</a:t>
            </a:r>
            <a:endParaRPr lang="en-US" sz="1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5EAD41B-E175-748E-AF2B-685BD2691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70546"/>
            <a:ext cx="4612991" cy="4267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CC8ADAF-6E48-C97F-356A-5FEEF879C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39" y="1368188"/>
            <a:ext cx="418688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970D-6575-62BE-6928-F673C340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3888793-C166-0F2C-3B6C-E9A9256D0322}"/>
              </a:ext>
            </a:extLst>
          </p:cNvPr>
          <p:cNvSpPr txBox="1"/>
          <p:nvPr/>
        </p:nvSpPr>
        <p:spPr>
          <a:xfrm>
            <a:off x="3378200" y="251460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66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舵</a:t>
            </a:r>
            <a:r>
              <a:rPr lang="en-US" sz="66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轮</a:t>
            </a:r>
            <a:endParaRPr lang="en-US" sz="2400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FFB518-15D9-2607-9A0D-8DFFA9D6C989}"/>
              </a:ext>
            </a:extLst>
          </p:cNvPr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17970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CBDD1-BCC5-BE64-7E7B-0CC7216F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6b3772c-2097-4026-aa39-e4a4564294dd">
            <a:extLst>
              <a:ext uri="{FF2B5EF4-FFF2-40B4-BE49-F238E27FC236}">
                <a16:creationId xmlns:a16="http://schemas.microsoft.com/office/drawing/2014/main" id="{24CF7E5C-AC8D-3282-8780-8CD5D5E256EF}"/>
              </a:ext>
            </a:extLst>
          </p:cNvPr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A2AC016-7D5A-F0CE-B727-FEA2FF51AC8B}"/>
              </a:ext>
            </a:extLst>
          </p:cNvPr>
          <p:cNvSpPr txBox="1"/>
          <p:nvPr/>
        </p:nvSpPr>
        <p:spPr>
          <a:xfrm>
            <a:off x="381000" y="13957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6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舵</a:t>
            </a:r>
            <a:r>
              <a:rPr lang="en-US" sz="36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轮</a:t>
            </a:r>
            <a:endParaRPr 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01BD1C-EDB1-4334-3B55-D0A53C09E37C}"/>
              </a:ext>
            </a:extLst>
          </p:cNvPr>
          <p:cNvSpPr txBox="1"/>
          <p:nvPr/>
        </p:nvSpPr>
        <p:spPr>
          <a:xfrm>
            <a:off x="762000" y="1143000"/>
            <a:ext cx="11049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solidFill>
                  <a:schemeClr val="bg1"/>
                </a:solidFill>
              </a:rPr>
              <a:t>并非一种轮子，而是一种轮组机构．集成了驱动电机、转向电机、减速机等一体化的机械结构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FAF8E6-9594-896E-DC5A-0E85E36D6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389138"/>
            <a:ext cx="2895600" cy="38234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3E3BEA-07C8-488A-80B4-6A056558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87769"/>
            <a:ext cx="3878916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97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8200" y="228600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对比与选型</a:t>
            </a:r>
            <a:endParaRPr lang="en-US" sz="16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023A850D-2946-21CD-91C4-775C2B50B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799"/>
            <a:ext cx="11353800" cy="2225571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A1BC5661-DDA0-4327-363B-F615220C8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819400"/>
            <a:ext cx="3822290" cy="232531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9ED7BA7-B1E2-4FF0-6F05-EE12772D3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193" y="3429000"/>
            <a:ext cx="4308120" cy="2710479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395E950-84FE-25D3-B3BA-098863AA0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7311" y="3982054"/>
            <a:ext cx="3828013" cy="24187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FDD5-23CD-C549-D6F8-AFD884A3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031233E-6D60-31DC-8461-7F6E7F3925F0}"/>
              </a:ext>
            </a:extLst>
          </p:cNvPr>
          <p:cNvSpPr txBox="1"/>
          <p:nvPr/>
        </p:nvSpPr>
        <p:spPr>
          <a:xfrm>
            <a:off x="3378200" y="228600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48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底盘设计</a:t>
            </a:r>
            <a:endParaRPr lang="en-US" sz="1600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A58465-E0B2-746B-98BF-C28BDABAD79E}"/>
              </a:ext>
            </a:extLst>
          </p:cNvPr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768969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31BCC-91AC-42C5-9D00-FD2C5EE3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6b3772c-2097-4026-aa39-e4a4564294dd">
            <a:extLst>
              <a:ext uri="{FF2B5EF4-FFF2-40B4-BE49-F238E27FC236}">
                <a16:creationId xmlns:a16="http://schemas.microsoft.com/office/drawing/2014/main" id="{51B197E4-C3BC-7359-2A1A-8F1E3A89F440}"/>
              </a:ext>
            </a:extLst>
          </p:cNvPr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1987172-EDCF-E40D-520D-D2F692D9C060}"/>
              </a:ext>
            </a:extLst>
          </p:cNvPr>
          <p:cNvSpPr txBox="1"/>
          <p:nvPr/>
        </p:nvSpPr>
        <p:spPr>
          <a:xfrm>
            <a:off x="381000" y="13957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6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底盘设计</a:t>
            </a:r>
            <a:endParaRPr 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3D1E57-E3B2-66AD-4544-F828F4CF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1"/>
            <a:ext cx="3796309" cy="19811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DE3AA1-5032-7379-0256-9AC0047ADF74}"/>
              </a:ext>
            </a:extLst>
          </p:cNvPr>
          <p:cNvSpPr txBox="1"/>
          <p:nvPr/>
        </p:nvSpPr>
        <p:spPr>
          <a:xfrm>
            <a:off x="4800600" y="1262391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板材主体底盘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7E798D-7E12-2D5B-80A4-805AC11C05AC}"/>
              </a:ext>
            </a:extLst>
          </p:cNvPr>
          <p:cNvSpPr txBox="1"/>
          <p:nvPr/>
        </p:nvSpPr>
        <p:spPr>
          <a:xfrm>
            <a:off x="5257800" y="2019408"/>
            <a:ext cx="548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仅适用于小型机器人，设计制作简单，强度随板子面积增大极速衰减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C30E57C-DE9F-77BC-8BC9-9A6F5B028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154804"/>
            <a:ext cx="3505200" cy="328929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9062C3D-08DD-ABEB-0285-D0BED01477D4}"/>
              </a:ext>
            </a:extLst>
          </p:cNvPr>
          <p:cNvSpPr txBox="1"/>
          <p:nvPr/>
        </p:nvSpPr>
        <p:spPr>
          <a:xfrm>
            <a:off x="838200" y="3810000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铝管主体底盘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D53FC9-988F-8D9E-1C2E-B51B5A1080CA}"/>
              </a:ext>
            </a:extLst>
          </p:cNvPr>
          <p:cNvSpPr txBox="1"/>
          <p:nvPr/>
        </p:nvSpPr>
        <p:spPr>
          <a:xfrm>
            <a:off x="1181100" y="4540709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使用铝管作为底盘主体，结构紧凑，整体性较强，较为常用的底盘形式，强度与设计制作难度较为平衡，可根据机器人</a:t>
            </a:r>
          </a:p>
        </p:txBody>
      </p:sp>
    </p:spTree>
    <p:extLst>
      <p:ext uri="{BB962C8B-B14F-4D97-AF65-F5344CB8AC3E}">
        <p14:creationId xmlns:p14="http://schemas.microsoft.com/office/powerpoint/2010/main" val="1150027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ACB6-EBBB-A22D-4FF7-3B818CB6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6b3772c-2097-4026-aa39-e4a4564294dd">
            <a:extLst>
              <a:ext uri="{FF2B5EF4-FFF2-40B4-BE49-F238E27FC236}">
                <a16:creationId xmlns:a16="http://schemas.microsoft.com/office/drawing/2014/main" id="{2A3CCA3A-958B-D6F4-8738-58DEB6A3BEFC}"/>
              </a:ext>
            </a:extLst>
          </p:cNvPr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552AF71-1A68-9C04-7562-EFFB769A33D1}"/>
              </a:ext>
            </a:extLst>
          </p:cNvPr>
          <p:cNvSpPr txBox="1"/>
          <p:nvPr/>
        </p:nvSpPr>
        <p:spPr>
          <a:xfrm>
            <a:off x="381000" y="13957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6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底盘设计</a:t>
            </a:r>
            <a:endParaRPr lang="en-US" sz="1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0241703-6787-3D27-45B7-4B20DDC50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3558848" cy="33454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4FD64EC-ABB4-1549-2C74-EC3239AC7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788" y="2247237"/>
            <a:ext cx="4267200" cy="40808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4BB2928-F8FD-D37A-05DD-020C5F594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933" y="2667922"/>
            <a:ext cx="3810330" cy="40160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A98C1A-88A2-CD29-C46B-0712740BB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927" y="330815"/>
            <a:ext cx="4314342" cy="291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99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58706" y="2011543"/>
            <a:ext cx="7261888" cy="230645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7868b16-5984-4dea-9b10-56e33198c55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439</Words>
  <Application>Microsoft Office PowerPoint</Application>
  <PresentationFormat>宽屏</PresentationFormat>
  <Paragraphs>58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Adobe 黑体 Std R</vt:lpstr>
      <vt:lpstr>微软雅黑</vt:lpstr>
      <vt:lpstr>Arial</vt:lpstr>
      <vt:lpstr>Calibri</vt:lpstr>
      <vt:lpstr>e7868b16-5984-4dea-9b10-56e33198c555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绮琪 庄</cp:lastModifiedBy>
  <cp:revision>5</cp:revision>
  <dcterms:created xsi:type="dcterms:W3CDTF">2006-08-16T00:00:00Z</dcterms:created>
  <dcterms:modified xsi:type="dcterms:W3CDTF">2026-05-06T15:41:16Z</dcterms:modified>
</cp:coreProperties>
</file>